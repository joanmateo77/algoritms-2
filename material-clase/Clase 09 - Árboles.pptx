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8229600" cx="14630400"/>
  <p:notesSz cx="8229600" cy="14630400"/>
  <p:embeddedFontLst>
    <p:embeddedFont>
      <p:font typeface="Century Gothic"/>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dZ1FbPg9vPBASnXCy4DR468f7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CenturyGothic-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enturyGothic-italic.fntdata"/><Relationship Id="rId30" Type="http://schemas.openxmlformats.org/officeDocument/2006/relationships/font" Target="fonts/CenturyGothic-bold.fntdata"/><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CenturyGothic-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6ff20fcfc_0_234:notes"/>
          <p:cNvSpPr txBox="1"/>
          <p:nvPr>
            <p:ph idx="1" type="body"/>
          </p:nvPr>
        </p:nvSpPr>
        <p:spPr>
          <a:xfrm>
            <a:off x="822960" y="7040880"/>
            <a:ext cx="6583800" cy="5760900"/>
          </a:xfrm>
          <a:prstGeom prst="rect">
            <a:avLst/>
          </a:prstGeom>
          <a:no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1900"/>
              <a:buNone/>
            </a:pPr>
            <a:r>
              <a:t/>
            </a:r>
            <a:endParaRPr/>
          </a:p>
        </p:txBody>
      </p:sp>
      <p:sp>
        <p:nvSpPr>
          <p:cNvPr id="85" name="Google Shape;85;g396ff20fcfc_0_234:notes"/>
          <p:cNvSpPr/>
          <p:nvPr>
            <p:ph idx="2" type="sldImg"/>
          </p:nvPr>
        </p:nvSpPr>
        <p:spPr>
          <a:xfrm>
            <a:off x="822960" y="1828800"/>
            <a:ext cx="6583800" cy="49377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2: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3: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4: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5: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6: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7: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8: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9: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0: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1: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1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2: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3: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14: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5: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6: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17: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18: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6ff20fcfc_0_117: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96ff20fcfc_0_117: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6ff20fcfc_0_123: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396ff20fcfc_0_123: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96ff20fcfc_0_129: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396ff20fcfc_0_129: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6ff20fcfc_0_135: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396ff20fcfc_0_135: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6ff20fcfc_0_142: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g396ff20fcfc_0_142: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6ff20fcfc_0_149:notes"/>
          <p:cNvSpPr txBox="1"/>
          <p:nvPr>
            <p:ph idx="1" type="body"/>
          </p:nvPr>
        </p:nvSpPr>
        <p:spPr>
          <a:xfrm>
            <a:off x="822950" y="6949425"/>
            <a:ext cx="6583800" cy="6583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g396ff20fcfc_0_149: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2" name="Shape 12"/>
        <p:cNvGrpSpPr/>
        <p:nvPr/>
      </p:nvGrpSpPr>
      <p:grpSpPr>
        <a:xfrm>
          <a:off x="0" y="0"/>
          <a:ext cx="0" cy="0"/>
          <a:chOff x="0" y="0"/>
          <a:chExt cx="0" cy="0"/>
        </a:xfrm>
      </p:grpSpPr>
      <p:sp>
        <p:nvSpPr>
          <p:cNvPr id="13" name="Google Shape;13;p21"/>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1"/>
          <p:cNvSpPr txBox="1"/>
          <p:nvPr>
            <p:ph idx="1" type="body"/>
          </p:nvPr>
        </p:nvSpPr>
        <p:spPr>
          <a:xfrm>
            <a:off x="811987" y="2397761"/>
            <a:ext cx="5596128" cy="4520794"/>
          </a:xfrm>
          <a:prstGeom prst="rect">
            <a:avLst/>
          </a:prstGeom>
          <a:noFill/>
          <a:ln>
            <a:noFill/>
          </a:ln>
        </p:spPr>
        <p:txBody>
          <a:bodyPr anchorCtr="0" anchor="t" bIns="45700" lIns="91425" spcFirstLastPara="1" rIns="91425" wrap="square" tIns="45700">
            <a:normAutofit/>
          </a:bodyPr>
          <a:lstStyle>
            <a:lvl1pPr indent="-411480" lvl="0" marL="457200" algn="l">
              <a:lnSpc>
                <a:spcPct val="85000"/>
              </a:lnSpc>
              <a:spcBef>
                <a:spcPts val="1560"/>
              </a:spcBef>
              <a:spcAft>
                <a:spcPts val="0"/>
              </a:spcAft>
              <a:buClr>
                <a:srgbClr val="262626"/>
              </a:buClr>
              <a:buSzPts val="2880"/>
              <a:buChar char=" "/>
              <a:defRPr sz="2880"/>
            </a:lvl1pPr>
            <a:lvl2pPr indent="-381000" lvl="1" marL="914400" algn="l">
              <a:lnSpc>
                <a:spcPct val="85000"/>
              </a:lnSpc>
              <a:spcBef>
                <a:spcPts val="720"/>
              </a:spcBef>
              <a:spcAft>
                <a:spcPts val="0"/>
              </a:spcAft>
              <a:buClr>
                <a:srgbClr val="262626"/>
              </a:buClr>
              <a:buSzPts val="2400"/>
              <a:buChar char=" "/>
              <a:defRPr sz="2400"/>
            </a:lvl2pPr>
            <a:lvl3pPr indent="-365760" lvl="2" marL="1371600" algn="l">
              <a:lnSpc>
                <a:spcPct val="85000"/>
              </a:lnSpc>
              <a:spcBef>
                <a:spcPts val="720"/>
              </a:spcBef>
              <a:spcAft>
                <a:spcPts val="0"/>
              </a:spcAft>
              <a:buClr>
                <a:srgbClr val="262626"/>
              </a:buClr>
              <a:buSzPts val="2160"/>
              <a:buChar char=" "/>
              <a:defRPr sz="2160"/>
            </a:lvl3pPr>
            <a:lvl4pPr indent="-350520" lvl="3" marL="1828800" algn="l">
              <a:lnSpc>
                <a:spcPct val="85000"/>
              </a:lnSpc>
              <a:spcBef>
                <a:spcPts val="720"/>
              </a:spcBef>
              <a:spcAft>
                <a:spcPts val="0"/>
              </a:spcAft>
              <a:buClr>
                <a:srgbClr val="262626"/>
              </a:buClr>
              <a:buSzPts val="1920"/>
              <a:buChar char=" "/>
              <a:defRPr sz="1920"/>
            </a:lvl4pPr>
            <a:lvl5pPr indent="-350520" lvl="4" marL="2286000" algn="l">
              <a:lnSpc>
                <a:spcPct val="85000"/>
              </a:lnSpc>
              <a:spcBef>
                <a:spcPts val="720"/>
              </a:spcBef>
              <a:spcAft>
                <a:spcPts val="0"/>
              </a:spcAft>
              <a:buClr>
                <a:srgbClr val="262626"/>
              </a:buClr>
              <a:buSzPts val="1920"/>
              <a:buChar char=" "/>
              <a:defRPr sz="1920"/>
            </a:lvl5pPr>
            <a:lvl6pPr indent="-350520" lvl="5" marL="2743200" algn="l">
              <a:lnSpc>
                <a:spcPct val="85000"/>
              </a:lnSpc>
              <a:spcBef>
                <a:spcPts val="720"/>
              </a:spcBef>
              <a:spcAft>
                <a:spcPts val="0"/>
              </a:spcAft>
              <a:buClr>
                <a:srgbClr val="262626"/>
              </a:buClr>
              <a:buSzPts val="1920"/>
              <a:buChar char=" "/>
              <a:defRPr sz="1920"/>
            </a:lvl6pPr>
            <a:lvl7pPr indent="-350520" lvl="6" marL="3200400" algn="l">
              <a:lnSpc>
                <a:spcPct val="85000"/>
              </a:lnSpc>
              <a:spcBef>
                <a:spcPts val="720"/>
              </a:spcBef>
              <a:spcAft>
                <a:spcPts val="0"/>
              </a:spcAft>
              <a:buClr>
                <a:srgbClr val="262626"/>
              </a:buClr>
              <a:buSzPts val="1920"/>
              <a:buChar char=" "/>
              <a:defRPr sz="1920"/>
            </a:lvl7pPr>
            <a:lvl8pPr indent="-350520" lvl="7" marL="3657600" algn="l">
              <a:lnSpc>
                <a:spcPct val="85000"/>
              </a:lnSpc>
              <a:spcBef>
                <a:spcPts val="720"/>
              </a:spcBef>
              <a:spcAft>
                <a:spcPts val="0"/>
              </a:spcAft>
              <a:buClr>
                <a:srgbClr val="262626"/>
              </a:buClr>
              <a:buSzPts val="1920"/>
              <a:buChar char=" "/>
              <a:defRPr sz="1920"/>
            </a:lvl8pPr>
            <a:lvl9pPr indent="-350520" lvl="8" marL="4114800" algn="l">
              <a:lnSpc>
                <a:spcPct val="85000"/>
              </a:lnSpc>
              <a:spcBef>
                <a:spcPts val="720"/>
              </a:spcBef>
              <a:spcAft>
                <a:spcPts val="0"/>
              </a:spcAft>
              <a:buClr>
                <a:srgbClr val="262626"/>
              </a:buClr>
              <a:buSzPts val="1920"/>
              <a:buChar char=" "/>
              <a:defRPr sz="1920"/>
            </a:lvl9pPr>
          </a:lstStyle>
          <a:p/>
        </p:txBody>
      </p:sp>
      <p:sp>
        <p:nvSpPr>
          <p:cNvPr id="15" name="Google Shape;15;p21"/>
          <p:cNvSpPr txBox="1"/>
          <p:nvPr>
            <p:ph idx="2" type="body"/>
          </p:nvPr>
        </p:nvSpPr>
        <p:spPr>
          <a:xfrm>
            <a:off x="7213596" y="2397761"/>
            <a:ext cx="5596128" cy="4520794"/>
          </a:xfrm>
          <a:prstGeom prst="rect">
            <a:avLst/>
          </a:prstGeom>
          <a:noFill/>
          <a:ln>
            <a:noFill/>
          </a:ln>
        </p:spPr>
        <p:txBody>
          <a:bodyPr anchorCtr="0" anchor="t" bIns="45700" lIns="91425" spcFirstLastPara="1" rIns="91425" wrap="square" tIns="45700">
            <a:normAutofit/>
          </a:bodyPr>
          <a:lstStyle>
            <a:lvl1pPr indent="-411480" lvl="0" marL="457200" algn="l">
              <a:lnSpc>
                <a:spcPct val="85000"/>
              </a:lnSpc>
              <a:spcBef>
                <a:spcPts val="1560"/>
              </a:spcBef>
              <a:spcAft>
                <a:spcPts val="0"/>
              </a:spcAft>
              <a:buClr>
                <a:srgbClr val="262626"/>
              </a:buClr>
              <a:buSzPts val="2880"/>
              <a:buChar char=" "/>
              <a:defRPr sz="2880"/>
            </a:lvl1pPr>
            <a:lvl2pPr indent="-381000" lvl="1" marL="914400" algn="l">
              <a:lnSpc>
                <a:spcPct val="85000"/>
              </a:lnSpc>
              <a:spcBef>
                <a:spcPts val="720"/>
              </a:spcBef>
              <a:spcAft>
                <a:spcPts val="0"/>
              </a:spcAft>
              <a:buClr>
                <a:srgbClr val="262626"/>
              </a:buClr>
              <a:buSzPts val="2400"/>
              <a:buChar char=" "/>
              <a:defRPr sz="2400"/>
            </a:lvl2pPr>
            <a:lvl3pPr indent="-365760" lvl="2" marL="1371600" algn="l">
              <a:lnSpc>
                <a:spcPct val="85000"/>
              </a:lnSpc>
              <a:spcBef>
                <a:spcPts val="720"/>
              </a:spcBef>
              <a:spcAft>
                <a:spcPts val="0"/>
              </a:spcAft>
              <a:buClr>
                <a:srgbClr val="262626"/>
              </a:buClr>
              <a:buSzPts val="2160"/>
              <a:buChar char=" "/>
              <a:defRPr sz="2160"/>
            </a:lvl3pPr>
            <a:lvl4pPr indent="-350520" lvl="3" marL="1828800" algn="l">
              <a:lnSpc>
                <a:spcPct val="85000"/>
              </a:lnSpc>
              <a:spcBef>
                <a:spcPts val="720"/>
              </a:spcBef>
              <a:spcAft>
                <a:spcPts val="0"/>
              </a:spcAft>
              <a:buClr>
                <a:srgbClr val="262626"/>
              </a:buClr>
              <a:buSzPts val="1920"/>
              <a:buChar char=" "/>
              <a:defRPr sz="1920"/>
            </a:lvl4pPr>
            <a:lvl5pPr indent="-350520" lvl="4" marL="2286000" algn="l">
              <a:lnSpc>
                <a:spcPct val="85000"/>
              </a:lnSpc>
              <a:spcBef>
                <a:spcPts val="720"/>
              </a:spcBef>
              <a:spcAft>
                <a:spcPts val="0"/>
              </a:spcAft>
              <a:buClr>
                <a:srgbClr val="262626"/>
              </a:buClr>
              <a:buSzPts val="1920"/>
              <a:buChar char=" "/>
              <a:defRPr sz="1920"/>
            </a:lvl5pPr>
            <a:lvl6pPr indent="-350520" lvl="5" marL="2743200" algn="l">
              <a:lnSpc>
                <a:spcPct val="85000"/>
              </a:lnSpc>
              <a:spcBef>
                <a:spcPts val="720"/>
              </a:spcBef>
              <a:spcAft>
                <a:spcPts val="0"/>
              </a:spcAft>
              <a:buClr>
                <a:srgbClr val="262626"/>
              </a:buClr>
              <a:buSzPts val="1920"/>
              <a:buChar char=" "/>
              <a:defRPr sz="1920"/>
            </a:lvl6pPr>
            <a:lvl7pPr indent="-350520" lvl="6" marL="3200400" algn="l">
              <a:lnSpc>
                <a:spcPct val="85000"/>
              </a:lnSpc>
              <a:spcBef>
                <a:spcPts val="720"/>
              </a:spcBef>
              <a:spcAft>
                <a:spcPts val="0"/>
              </a:spcAft>
              <a:buClr>
                <a:srgbClr val="262626"/>
              </a:buClr>
              <a:buSzPts val="1920"/>
              <a:buChar char=" "/>
              <a:defRPr sz="1920"/>
            </a:lvl7pPr>
            <a:lvl8pPr indent="-350520" lvl="7" marL="3657600" algn="l">
              <a:lnSpc>
                <a:spcPct val="85000"/>
              </a:lnSpc>
              <a:spcBef>
                <a:spcPts val="720"/>
              </a:spcBef>
              <a:spcAft>
                <a:spcPts val="0"/>
              </a:spcAft>
              <a:buClr>
                <a:srgbClr val="262626"/>
              </a:buClr>
              <a:buSzPts val="1920"/>
              <a:buChar char=" "/>
              <a:defRPr sz="1920"/>
            </a:lvl8pPr>
            <a:lvl9pPr indent="-350520" lvl="8" marL="4114800" algn="l">
              <a:lnSpc>
                <a:spcPct val="85000"/>
              </a:lnSpc>
              <a:spcBef>
                <a:spcPts val="720"/>
              </a:spcBef>
              <a:spcAft>
                <a:spcPts val="0"/>
              </a:spcAft>
              <a:buClr>
                <a:srgbClr val="262626"/>
              </a:buClr>
              <a:buSzPts val="1920"/>
              <a:buChar char=" "/>
              <a:defRPr sz="1920"/>
            </a:lvl9pPr>
          </a:lstStyle>
          <a:p/>
        </p:txBody>
      </p:sp>
      <p:sp>
        <p:nvSpPr>
          <p:cNvPr id="16" name="Google Shape;16;p21"/>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1"/>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9" name="Shape 19"/>
        <p:cNvGrpSpPr/>
        <p:nvPr/>
      </p:nvGrpSpPr>
      <p:grpSpPr>
        <a:xfrm>
          <a:off x="0" y="0"/>
          <a:ext cx="0" cy="0"/>
          <a:chOff x="0" y="0"/>
          <a:chExt cx="0" cy="0"/>
        </a:xfrm>
      </p:grpSpPr>
      <p:sp>
        <p:nvSpPr>
          <p:cNvPr id="20" name="Google Shape;20;p22"/>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2"/>
          <p:cNvSpPr txBox="1"/>
          <p:nvPr>
            <p:ph idx="1" type="body"/>
          </p:nvPr>
        </p:nvSpPr>
        <p:spPr>
          <a:xfrm>
            <a:off x="811988" y="2414017"/>
            <a:ext cx="12904470" cy="4519422"/>
          </a:xfrm>
          <a:prstGeom prst="rect">
            <a:avLst/>
          </a:prstGeom>
          <a:noFill/>
          <a:ln>
            <a:noFill/>
          </a:ln>
        </p:spPr>
        <p:txBody>
          <a:bodyPr anchorCtr="0" anchor="t" bIns="45700" lIns="91425" spcFirstLastPara="1" rIns="91425" wrap="square" tIns="45700">
            <a:normAutofit/>
          </a:bodyPr>
          <a:lstStyle>
            <a:lvl1pPr indent="-342900" lvl="0" marL="457200" algn="l">
              <a:lnSpc>
                <a:spcPct val="85000"/>
              </a:lnSpc>
              <a:spcBef>
                <a:spcPts val="1560"/>
              </a:spcBef>
              <a:spcAft>
                <a:spcPts val="0"/>
              </a:spcAft>
              <a:buClr>
                <a:srgbClr val="262626"/>
              </a:buClr>
              <a:buSzPts val="1800"/>
              <a:buChar char=" "/>
              <a:defRPr/>
            </a:lvl1pPr>
            <a:lvl2pPr indent="-342900" lvl="1" marL="914400" algn="l">
              <a:lnSpc>
                <a:spcPct val="85000"/>
              </a:lnSpc>
              <a:spcBef>
                <a:spcPts val="720"/>
              </a:spcBef>
              <a:spcAft>
                <a:spcPts val="0"/>
              </a:spcAft>
              <a:buClr>
                <a:srgbClr val="262626"/>
              </a:buClr>
              <a:buSzPts val="1800"/>
              <a:buChar char=" "/>
              <a:defRPr/>
            </a:lvl2pPr>
            <a:lvl3pPr indent="-342900" lvl="2" marL="1371600" algn="l">
              <a:lnSpc>
                <a:spcPct val="85000"/>
              </a:lnSpc>
              <a:spcBef>
                <a:spcPts val="720"/>
              </a:spcBef>
              <a:spcAft>
                <a:spcPts val="0"/>
              </a:spcAft>
              <a:buClr>
                <a:srgbClr val="262626"/>
              </a:buClr>
              <a:buSzPts val="1800"/>
              <a:buChar char=" "/>
              <a:defRPr/>
            </a:lvl3pPr>
            <a:lvl4pPr indent="-342900" lvl="3" marL="1828800" algn="l">
              <a:lnSpc>
                <a:spcPct val="85000"/>
              </a:lnSpc>
              <a:spcBef>
                <a:spcPts val="720"/>
              </a:spcBef>
              <a:spcAft>
                <a:spcPts val="0"/>
              </a:spcAft>
              <a:buClr>
                <a:srgbClr val="262626"/>
              </a:buClr>
              <a:buSzPts val="1800"/>
              <a:buChar char=" "/>
              <a:defRPr/>
            </a:lvl4pPr>
            <a:lvl5pPr indent="-342900" lvl="4" marL="2286000" algn="l">
              <a:lnSpc>
                <a:spcPct val="85000"/>
              </a:lnSpc>
              <a:spcBef>
                <a:spcPts val="720"/>
              </a:spcBef>
              <a:spcAft>
                <a:spcPts val="0"/>
              </a:spcAft>
              <a:buClr>
                <a:srgbClr val="262626"/>
              </a:buClr>
              <a:buSzPts val="1800"/>
              <a:buChar char=" "/>
              <a:defRPr/>
            </a:lvl5pPr>
            <a:lvl6pPr indent="-342900" lvl="5" marL="2743200" algn="l">
              <a:lnSpc>
                <a:spcPct val="85000"/>
              </a:lnSpc>
              <a:spcBef>
                <a:spcPts val="720"/>
              </a:spcBef>
              <a:spcAft>
                <a:spcPts val="0"/>
              </a:spcAft>
              <a:buClr>
                <a:srgbClr val="262626"/>
              </a:buClr>
              <a:buSzPts val="1800"/>
              <a:buChar char=" "/>
              <a:defRPr/>
            </a:lvl6pPr>
            <a:lvl7pPr indent="-342900" lvl="6" marL="3200400" algn="l">
              <a:lnSpc>
                <a:spcPct val="85000"/>
              </a:lnSpc>
              <a:spcBef>
                <a:spcPts val="720"/>
              </a:spcBef>
              <a:spcAft>
                <a:spcPts val="0"/>
              </a:spcAft>
              <a:buClr>
                <a:srgbClr val="262626"/>
              </a:buClr>
              <a:buSzPts val="1800"/>
              <a:buChar char=" "/>
              <a:defRPr/>
            </a:lvl7pPr>
            <a:lvl8pPr indent="-342900" lvl="7" marL="3657600" algn="l">
              <a:lnSpc>
                <a:spcPct val="85000"/>
              </a:lnSpc>
              <a:spcBef>
                <a:spcPts val="720"/>
              </a:spcBef>
              <a:spcAft>
                <a:spcPts val="0"/>
              </a:spcAft>
              <a:buClr>
                <a:srgbClr val="262626"/>
              </a:buClr>
              <a:buSzPts val="1800"/>
              <a:buChar char=" "/>
              <a:defRPr/>
            </a:lvl8pPr>
            <a:lvl9pPr indent="-342900" lvl="8" marL="4114800" algn="l">
              <a:lnSpc>
                <a:spcPct val="85000"/>
              </a:lnSpc>
              <a:spcBef>
                <a:spcPts val="720"/>
              </a:spcBef>
              <a:spcAft>
                <a:spcPts val="0"/>
              </a:spcAft>
              <a:buClr>
                <a:srgbClr val="262626"/>
              </a:buClr>
              <a:buSzPts val="1800"/>
              <a:buChar char=" "/>
              <a:defRPr/>
            </a:lvl9pPr>
          </a:lstStyle>
          <a:p/>
        </p:txBody>
      </p:sp>
      <p:sp>
        <p:nvSpPr>
          <p:cNvPr id="22" name="Google Shape;22;p22"/>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2"/>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5" name="Shape 25"/>
        <p:cNvGrpSpPr/>
        <p:nvPr/>
      </p:nvGrpSpPr>
      <p:grpSpPr>
        <a:xfrm>
          <a:off x="0" y="0"/>
          <a:ext cx="0" cy="0"/>
          <a:chOff x="0" y="0"/>
          <a:chExt cx="0" cy="0"/>
        </a:xfrm>
      </p:grpSpPr>
      <p:sp>
        <p:nvSpPr>
          <p:cNvPr id="26" name="Google Shape;26;p23"/>
          <p:cNvSpPr/>
          <p:nvPr/>
        </p:nvSpPr>
        <p:spPr>
          <a:xfrm>
            <a:off x="0" y="0"/>
            <a:ext cx="14630400" cy="8229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3"/>
          <p:cNvSpPr txBox="1"/>
          <p:nvPr>
            <p:ph type="ctrTitle"/>
          </p:nvPr>
        </p:nvSpPr>
        <p:spPr>
          <a:xfrm>
            <a:off x="724205" y="924560"/>
            <a:ext cx="12938760" cy="4023360"/>
          </a:xfrm>
          <a:prstGeom prst="rect">
            <a:avLst/>
          </a:prstGeom>
          <a:noFill/>
          <a:ln>
            <a:noFill/>
          </a:ln>
        </p:spPr>
        <p:txBody>
          <a:bodyPr anchorCtr="0" anchor="b" bIns="45700" lIns="91425" spcFirstLastPara="1" rIns="91425" wrap="square" tIns="45700">
            <a:noAutofit/>
          </a:bodyPr>
          <a:lstStyle>
            <a:lvl1pPr lvl="0" algn="l">
              <a:lnSpc>
                <a:spcPct val="80000"/>
              </a:lnSpc>
              <a:spcBef>
                <a:spcPts val="0"/>
              </a:spcBef>
              <a:spcAft>
                <a:spcPts val="0"/>
              </a:spcAft>
              <a:buClr>
                <a:srgbClr val="FFFFFF"/>
              </a:buClr>
              <a:buSzPts val="10560"/>
              <a:buFont typeface="Century Gothic"/>
              <a:buNone/>
              <a:defRPr sz="1056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3"/>
          <p:cNvSpPr txBox="1"/>
          <p:nvPr>
            <p:ph idx="1" type="subTitle"/>
          </p:nvPr>
        </p:nvSpPr>
        <p:spPr>
          <a:xfrm>
            <a:off x="801015" y="5048251"/>
            <a:ext cx="11073841" cy="1975104"/>
          </a:xfrm>
          <a:prstGeom prst="rect">
            <a:avLst/>
          </a:prstGeom>
          <a:noFill/>
          <a:ln>
            <a:noFill/>
          </a:ln>
        </p:spPr>
        <p:txBody>
          <a:bodyPr anchorCtr="0" anchor="t" bIns="45700" lIns="91425" spcFirstLastPara="1" rIns="91425" wrap="square" tIns="45700">
            <a:normAutofit/>
          </a:bodyPr>
          <a:lstStyle>
            <a:lvl1pPr lvl="0" algn="l">
              <a:lnSpc>
                <a:spcPct val="85000"/>
              </a:lnSpc>
              <a:spcBef>
                <a:spcPts val="1560"/>
              </a:spcBef>
              <a:spcAft>
                <a:spcPts val="0"/>
              </a:spcAft>
              <a:buClr>
                <a:schemeClr val="lt1"/>
              </a:buClr>
              <a:buSzPts val="3840"/>
              <a:buNone/>
              <a:defRPr sz="3840">
                <a:solidFill>
                  <a:schemeClr val="lt1"/>
                </a:solidFill>
                <a:latin typeface="Century Gothic"/>
                <a:ea typeface="Century Gothic"/>
                <a:cs typeface="Century Gothic"/>
                <a:sym typeface="Century Gothic"/>
              </a:defRPr>
            </a:lvl1pPr>
            <a:lvl2pPr lvl="1" algn="ctr">
              <a:lnSpc>
                <a:spcPct val="85000"/>
              </a:lnSpc>
              <a:spcBef>
                <a:spcPts val="720"/>
              </a:spcBef>
              <a:spcAft>
                <a:spcPts val="0"/>
              </a:spcAft>
              <a:buClr>
                <a:srgbClr val="262626"/>
              </a:buClr>
              <a:buSzPts val="3360"/>
              <a:buNone/>
              <a:defRPr sz="3359"/>
            </a:lvl2pPr>
            <a:lvl3pPr lvl="2" algn="ctr">
              <a:lnSpc>
                <a:spcPct val="85000"/>
              </a:lnSpc>
              <a:spcBef>
                <a:spcPts val="720"/>
              </a:spcBef>
              <a:spcAft>
                <a:spcPts val="0"/>
              </a:spcAft>
              <a:buClr>
                <a:srgbClr val="262626"/>
              </a:buClr>
              <a:buSzPts val="2880"/>
              <a:buNone/>
              <a:defRPr sz="2880"/>
            </a:lvl3pPr>
            <a:lvl4pPr lvl="3" algn="ctr">
              <a:lnSpc>
                <a:spcPct val="85000"/>
              </a:lnSpc>
              <a:spcBef>
                <a:spcPts val="720"/>
              </a:spcBef>
              <a:spcAft>
                <a:spcPts val="0"/>
              </a:spcAft>
              <a:buClr>
                <a:srgbClr val="262626"/>
              </a:buClr>
              <a:buSzPts val="2400"/>
              <a:buNone/>
              <a:defRPr sz="2400"/>
            </a:lvl4pPr>
            <a:lvl5pPr lvl="4" algn="ctr">
              <a:lnSpc>
                <a:spcPct val="85000"/>
              </a:lnSpc>
              <a:spcBef>
                <a:spcPts val="720"/>
              </a:spcBef>
              <a:spcAft>
                <a:spcPts val="0"/>
              </a:spcAft>
              <a:buClr>
                <a:srgbClr val="262626"/>
              </a:buClr>
              <a:buSzPts val="2400"/>
              <a:buNone/>
              <a:defRPr sz="2400"/>
            </a:lvl5pPr>
            <a:lvl6pPr lvl="5" algn="ctr">
              <a:lnSpc>
                <a:spcPct val="85000"/>
              </a:lnSpc>
              <a:spcBef>
                <a:spcPts val="720"/>
              </a:spcBef>
              <a:spcAft>
                <a:spcPts val="0"/>
              </a:spcAft>
              <a:buClr>
                <a:srgbClr val="262626"/>
              </a:buClr>
              <a:buSzPts val="2400"/>
              <a:buNone/>
              <a:defRPr sz="2400"/>
            </a:lvl6pPr>
            <a:lvl7pPr lvl="6" algn="ctr">
              <a:lnSpc>
                <a:spcPct val="85000"/>
              </a:lnSpc>
              <a:spcBef>
                <a:spcPts val="720"/>
              </a:spcBef>
              <a:spcAft>
                <a:spcPts val="0"/>
              </a:spcAft>
              <a:buClr>
                <a:srgbClr val="262626"/>
              </a:buClr>
              <a:buSzPts val="2400"/>
              <a:buNone/>
              <a:defRPr sz="2400"/>
            </a:lvl7pPr>
            <a:lvl8pPr lvl="7" algn="ctr">
              <a:lnSpc>
                <a:spcPct val="85000"/>
              </a:lnSpc>
              <a:spcBef>
                <a:spcPts val="720"/>
              </a:spcBef>
              <a:spcAft>
                <a:spcPts val="0"/>
              </a:spcAft>
              <a:buClr>
                <a:srgbClr val="262626"/>
              </a:buClr>
              <a:buSzPts val="2400"/>
              <a:buNone/>
              <a:defRPr sz="2400"/>
            </a:lvl8pPr>
            <a:lvl9pPr lvl="8" algn="ctr">
              <a:lnSpc>
                <a:spcPct val="85000"/>
              </a:lnSpc>
              <a:spcBef>
                <a:spcPts val="720"/>
              </a:spcBef>
              <a:spcAft>
                <a:spcPts val="0"/>
              </a:spcAft>
              <a:buClr>
                <a:srgbClr val="262626"/>
              </a:buClr>
              <a:buSzPts val="2400"/>
              <a:buNone/>
              <a:defRPr sz="2400"/>
            </a:lvl9pPr>
          </a:lstStyle>
          <a:p/>
        </p:txBody>
      </p:sp>
      <p:sp>
        <p:nvSpPr>
          <p:cNvPr id="29" name="Google Shape;29;p23"/>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3"/>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2" name="Shape 32"/>
        <p:cNvGrpSpPr/>
        <p:nvPr/>
      </p:nvGrpSpPr>
      <p:grpSpPr>
        <a:xfrm>
          <a:off x="0" y="0"/>
          <a:ext cx="0" cy="0"/>
          <a:chOff x="0" y="0"/>
          <a:chExt cx="0" cy="0"/>
        </a:xfrm>
      </p:grpSpPr>
      <p:sp>
        <p:nvSpPr>
          <p:cNvPr id="33" name="Google Shape;33;p24"/>
          <p:cNvSpPr txBox="1"/>
          <p:nvPr>
            <p:ph type="title"/>
          </p:nvPr>
        </p:nvSpPr>
        <p:spPr>
          <a:xfrm>
            <a:off x="724205" y="920903"/>
            <a:ext cx="12936931" cy="4027018"/>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accent1"/>
              </a:buClr>
              <a:buSzPts val="10560"/>
              <a:buFont typeface="Century Gothic"/>
              <a:buNone/>
              <a:defRPr b="0" sz="1056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4"/>
          <p:cNvSpPr txBox="1"/>
          <p:nvPr>
            <p:ph idx="1" type="body"/>
          </p:nvPr>
        </p:nvSpPr>
        <p:spPr>
          <a:xfrm>
            <a:off x="801015" y="5045051"/>
            <a:ext cx="11071555" cy="1975104"/>
          </a:xfrm>
          <a:prstGeom prst="rect">
            <a:avLst/>
          </a:prstGeom>
          <a:noFill/>
          <a:ln>
            <a:noFill/>
          </a:ln>
        </p:spPr>
        <p:txBody>
          <a:bodyPr anchorCtr="0" anchor="t" bIns="45700" lIns="91425" spcFirstLastPara="1" rIns="91425" wrap="square" tIns="45700">
            <a:normAutofit/>
          </a:bodyPr>
          <a:lstStyle>
            <a:lvl1pPr indent="-228600" lvl="0" marL="457200" algn="l">
              <a:lnSpc>
                <a:spcPct val="85000"/>
              </a:lnSpc>
              <a:spcBef>
                <a:spcPts val="1560"/>
              </a:spcBef>
              <a:spcAft>
                <a:spcPts val="0"/>
              </a:spcAft>
              <a:buClr>
                <a:schemeClr val="dk1"/>
              </a:buClr>
              <a:buSzPts val="3840"/>
              <a:buNone/>
              <a:defRPr sz="3840">
                <a:solidFill>
                  <a:schemeClr val="dk1"/>
                </a:solidFill>
                <a:latin typeface="Century Gothic"/>
                <a:ea typeface="Century Gothic"/>
                <a:cs typeface="Century Gothic"/>
                <a:sym typeface="Century Gothic"/>
              </a:defRPr>
            </a:lvl1pPr>
            <a:lvl2pPr indent="-228600" lvl="1" marL="914400" algn="l">
              <a:lnSpc>
                <a:spcPct val="85000"/>
              </a:lnSpc>
              <a:spcBef>
                <a:spcPts val="720"/>
              </a:spcBef>
              <a:spcAft>
                <a:spcPts val="0"/>
              </a:spcAft>
              <a:buClr>
                <a:srgbClr val="888888"/>
              </a:buClr>
              <a:buSzPts val="2160"/>
              <a:buNone/>
              <a:defRPr sz="2160">
                <a:solidFill>
                  <a:srgbClr val="888888"/>
                </a:solidFill>
              </a:defRPr>
            </a:lvl2pPr>
            <a:lvl3pPr indent="-228600" lvl="2" marL="1371600" algn="l">
              <a:lnSpc>
                <a:spcPct val="85000"/>
              </a:lnSpc>
              <a:spcBef>
                <a:spcPts val="720"/>
              </a:spcBef>
              <a:spcAft>
                <a:spcPts val="0"/>
              </a:spcAft>
              <a:buClr>
                <a:srgbClr val="888888"/>
              </a:buClr>
              <a:buSzPts val="1920"/>
              <a:buNone/>
              <a:defRPr sz="1920">
                <a:solidFill>
                  <a:srgbClr val="888888"/>
                </a:solidFill>
              </a:defRPr>
            </a:lvl3pPr>
            <a:lvl4pPr indent="-228600" lvl="3" marL="1828800" algn="l">
              <a:lnSpc>
                <a:spcPct val="85000"/>
              </a:lnSpc>
              <a:spcBef>
                <a:spcPts val="720"/>
              </a:spcBef>
              <a:spcAft>
                <a:spcPts val="0"/>
              </a:spcAft>
              <a:buClr>
                <a:srgbClr val="888888"/>
              </a:buClr>
              <a:buSzPts val="1680"/>
              <a:buNone/>
              <a:defRPr sz="1679">
                <a:solidFill>
                  <a:srgbClr val="888888"/>
                </a:solidFill>
              </a:defRPr>
            </a:lvl4pPr>
            <a:lvl5pPr indent="-228600" lvl="4" marL="2286000" algn="l">
              <a:lnSpc>
                <a:spcPct val="85000"/>
              </a:lnSpc>
              <a:spcBef>
                <a:spcPts val="720"/>
              </a:spcBef>
              <a:spcAft>
                <a:spcPts val="0"/>
              </a:spcAft>
              <a:buClr>
                <a:srgbClr val="888888"/>
              </a:buClr>
              <a:buSzPts val="1680"/>
              <a:buNone/>
              <a:defRPr sz="1679">
                <a:solidFill>
                  <a:srgbClr val="888888"/>
                </a:solidFill>
              </a:defRPr>
            </a:lvl5pPr>
            <a:lvl6pPr indent="-228600" lvl="5" marL="2743200" algn="l">
              <a:lnSpc>
                <a:spcPct val="85000"/>
              </a:lnSpc>
              <a:spcBef>
                <a:spcPts val="720"/>
              </a:spcBef>
              <a:spcAft>
                <a:spcPts val="0"/>
              </a:spcAft>
              <a:buClr>
                <a:srgbClr val="888888"/>
              </a:buClr>
              <a:buSzPts val="1680"/>
              <a:buNone/>
              <a:defRPr sz="1679">
                <a:solidFill>
                  <a:srgbClr val="888888"/>
                </a:solidFill>
              </a:defRPr>
            </a:lvl6pPr>
            <a:lvl7pPr indent="-228600" lvl="6" marL="3200400" algn="l">
              <a:lnSpc>
                <a:spcPct val="85000"/>
              </a:lnSpc>
              <a:spcBef>
                <a:spcPts val="720"/>
              </a:spcBef>
              <a:spcAft>
                <a:spcPts val="0"/>
              </a:spcAft>
              <a:buClr>
                <a:srgbClr val="888888"/>
              </a:buClr>
              <a:buSzPts val="1680"/>
              <a:buNone/>
              <a:defRPr sz="1679">
                <a:solidFill>
                  <a:srgbClr val="888888"/>
                </a:solidFill>
              </a:defRPr>
            </a:lvl7pPr>
            <a:lvl8pPr indent="-228600" lvl="7" marL="3657600" algn="l">
              <a:lnSpc>
                <a:spcPct val="85000"/>
              </a:lnSpc>
              <a:spcBef>
                <a:spcPts val="720"/>
              </a:spcBef>
              <a:spcAft>
                <a:spcPts val="0"/>
              </a:spcAft>
              <a:buClr>
                <a:srgbClr val="888888"/>
              </a:buClr>
              <a:buSzPts val="1680"/>
              <a:buNone/>
              <a:defRPr sz="1679">
                <a:solidFill>
                  <a:srgbClr val="888888"/>
                </a:solidFill>
              </a:defRPr>
            </a:lvl8pPr>
            <a:lvl9pPr indent="-228600" lvl="8" marL="4114800" algn="l">
              <a:lnSpc>
                <a:spcPct val="85000"/>
              </a:lnSpc>
              <a:spcBef>
                <a:spcPts val="720"/>
              </a:spcBef>
              <a:spcAft>
                <a:spcPts val="0"/>
              </a:spcAft>
              <a:buClr>
                <a:srgbClr val="888888"/>
              </a:buClr>
              <a:buSzPts val="1680"/>
              <a:buNone/>
              <a:defRPr sz="1679">
                <a:solidFill>
                  <a:srgbClr val="888888"/>
                </a:solidFill>
              </a:defRPr>
            </a:lvl9pPr>
          </a:lstStyle>
          <a:p/>
        </p:txBody>
      </p:sp>
      <p:sp>
        <p:nvSpPr>
          <p:cNvPr id="35" name="Google Shape;35;p24"/>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4"/>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4"/>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8" name="Shape 38"/>
        <p:cNvGrpSpPr/>
        <p:nvPr/>
      </p:nvGrpSpPr>
      <p:grpSpPr>
        <a:xfrm>
          <a:off x="0" y="0"/>
          <a:ext cx="0" cy="0"/>
          <a:chOff x="0" y="0"/>
          <a:chExt cx="0" cy="0"/>
        </a:xfrm>
      </p:grpSpPr>
      <p:sp>
        <p:nvSpPr>
          <p:cNvPr id="39" name="Google Shape;39;p25"/>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 type="body"/>
          </p:nvPr>
        </p:nvSpPr>
        <p:spPr>
          <a:xfrm>
            <a:off x="811987" y="2448560"/>
            <a:ext cx="5596128" cy="868080"/>
          </a:xfrm>
          <a:prstGeom prst="rect">
            <a:avLst/>
          </a:prstGeom>
          <a:noFill/>
          <a:ln>
            <a:noFill/>
          </a:ln>
        </p:spPr>
        <p:txBody>
          <a:bodyPr anchorCtr="0" anchor="ctr" bIns="45700" lIns="91425" spcFirstLastPara="1" rIns="91425" wrap="square" tIns="45700">
            <a:normAutofit/>
          </a:bodyPr>
          <a:lstStyle>
            <a:lvl1pPr indent="-228600" lvl="0" marL="457200" algn="l">
              <a:lnSpc>
                <a:spcPct val="85000"/>
              </a:lnSpc>
              <a:spcBef>
                <a:spcPts val="1560"/>
              </a:spcBef>
              <a:spcAft>
                <a:spcPts val="0"/>
              </a:spcAft>
              <a:buClr>
                <a:srgbClr val="262626"/>
              </a:buClr>
              <a:buSzPts val="2640"/>
              <a:buNone/>
              <a:defRPr b="0" sz="2640" cap="none">
                <a:solidFill>
                  <a:srgbClr val="262626"/>
                </a:solidFill>
                <a:latin typeface="Century Gothic"/>
                <a:ea typeface="Century Gothic"/>
                <a:cs typeface="Century Gothic"/>
                <a:sym typeface="Century Gothic"/>
              </a:defRPr>
            </a:lvl1pPr>
            <a:lvl2pPr indent="-228600" lvl="1" marL="914400" algn="l">
              <a:lnSpc>
                <a:spcPct val="85000"/>
              </a:lnSpc>
              <a:spcBef>
                <a:spcPts val="720"/>
              </a:spcBef>
              <a:spcAft>
                <a:spcPts val="0"/>
              </a:spcAft>
              <a:buClr>
                <a:srgbClr val="262626"/>
              </a:buClr>
              <a:buSzPts val="2400"/>
              <a:buNone/>
              <a:defRPr b="1" sz="2400"/>
            </a:lvl2pPr>
            <a:lvl3pPr indent="-228600" lvl="2" marL="1371600" algn="l">
              <a:lnSpc>
                <a:spcPct val="85000"/>
              </a:lnSpc>
              <a:spcBef>
                <a:spcPts val="720"/>
              </a:spcBef>
              <a:spcAft>
                <a:spcPts val="0"/>
              </a:spcAft>
              <a:buClr>
                <a:srgbClr val="262626"/>
              </a:buClr>
              <a:buSzPts val="2160"/>
              <a:buNone/>
              <a:defRPr b="1" sz="2160"/>
            </a:lvl3pPr>
            <a:lvl4pPr indent="-228600" lvl="3" marL="1828800" algn="l">
              <a:lnSpc>
                <a:spcPct val="85000"/>
              </a:lnSpc>
              <a:spcBef>
                <a:spcPts val="720"/>
              </a:spcBef>
              <a:spcAft>
                <a:spcPts val="0"/>
              </a:spcAft>
              <a:buClr>
                <a:srgbClr val="262626"/>
              </a:buClr>
              <a:buSzPts val="1920"/>
              <a:buNone/>
              <a:defRPr b="1" sz="1920"/>
            </a:lvl4pPr>
            <a:lvl5pPr indent="-228600" lvl="4" marL="2286000" algn="l">
              <a:lnSpc>
                <a:spcPct val="85000"/>
              </a:lnSpc>
              <a:spcBef>
                <a:spcPts val="720"/>
              </a:spcBef>
              <a:spcAft>
                <a:spcPts val="0"/>
              </a:spcAft>
              <a:buClr>
                <a:srgbClr val="262626"/>
              </a:buClr>
              <a:buSzPts val="1920"/>
              <a:buNone/>
              <a:defRPr b="1" sz="1920"/>
            </a:lvl5pPr>
            <a:lvl6pPr indent="-228600" lvl="5" marL="2743200" algn="l">
              <a:lnSpc>
                <a:spcPct val="85000"/>
              </a:lnSpc>
              <a:spcBef>
                <a:spcPts val="720"/>
              </a:spcBef>
              <a:spcAft>
                <a:spcPts val="0"/>
              </a:spcAft>
              <a:buClr>
                <a:srgbClr val="262626"/>
              </a:buClr>
              <a:buSzPts val="1920"/>
              <a:buNone/>
              <a:defRPr b="1" sz="1920"/>
            </a:lvl6pPr>
            <a:lvl7pPr indent="-228600" lvl="6" marL="3200400" algn="l">
              <a:lnSpc>
                <a:spcPct val="85000"/>
              </a:lnSpc>
              <a:spcBef>
                <a:spcPts val="720"/>
              </a:spcBef>
              <a:spcAft>
                <a:spcPts val="0"/>
              </a:spcAft>
              <a:buClr>
                <a:srgbClr val="262626"/>
              </a:buClr>
              <a:buSzPts val="1920"/>
              <a:buNone/>
              <a:defRPr b="1" sz="1920"/>
            </a:lvl7pPr>
            <a:lvl8pPr indent="-228600" lvl="7" marL="3657600" algn="l">
              <a:lnSpc>
                <a:spcPct val="85000"/>
              </a:lnSpc>
              <a:spcBef>
                <a:spcPts val="720"/>
              </a:spcBef>
              <a:spcAft>
                <a:spcPts val="0"/>
              </a:spcAft>
              <a:buClr>
                <a:srgbClr val="262626"/>
              </a:buClr>
              <a:buSzPts val="1920"/>
              <a:buNone/>
              <a:defRPr b="1" sz="1920"/>
            </a:lvl8pPr>
            <a:lvl9pPr indent="-228600" lvl="8" marL="4114800" algn="l">
              <a:lnSpc>
                <a:spcPct val="85000"/>
              </a:lnSpc>
              <a:spcBef>
                <a:spcPts val="720"/>
              </a:spcBef>
              <a:spcAft>
                <a:spcPts val="0"/>
              </a:spcAft>
              <a:buClr>
                <a:srgbClr val="262626"/>
              </a:buClr>
              <a:buSzPts val="1920"/>
              <a:buNone/>
              <a:defRPr b="1" sz="1920"/>
            </a:lvl9pPr>
          </a:lstStyle>
          <a:p/>
        </p:txBody>
      </p:sp>
      <p:sp>
        <p:nvSpPr>
          <p:cNvPr id="41" name="Google Shape;41;p25"/>
          <p:cNvSpPr txBox="1"/>
          <p:nvPr>
            <p:ph idx="2" type="body"/>
          </p:nvPr>
        </p:nvSpPr>
        <p:spPr>
          <a:xfrm>
            <a:off x="811987" y="3303701"/>
            <a:ext cx="5596128" cy="3840480"/>
          </a:xfrm>
          <a:prstGeom prst="rect">
            <a:avLst/>
          </a:prstGeom>
          <a:noFill/>
          <a:ln>
            <a:noFill/>
          </a:ln>
        </p:spPr>
        <p:txBody>
          <a:bodyPr anchorCtr="0" anchor="t" bIns="45700" lIns="91425" spcFirstLastPara="1" rIns="91425" wrap="square" tIns="45700">
            <a:normAutofit/>
          </a:bodyPr>
          <a:lstStyle>
            <a:lvl1pPr indent="-411480" lvl="0" marL="457200" algn="l">
              <a:lnSpc>
                <a:spcPct val="85000"/>
              </a:lnSpc>
              <a:spcBef>
                <a:spcPts val="1560"/>
              </a:spcBef>
              <a:spcAft>
                <a:spcPts val="0"/>
              </a:spcAft>
              <a:buClr>
                <a:srgbClr val="262626"/>
              </a:buClr>
              <a:buSzPts val="2880"/>
              <a:buChar char=" "/>
              <a:defRPr sz="2880"/>
            </a:lvl1pPr>
            <a:lvl2pPr indent="-381000" lvl="1" marL="914400" algn="l">
              <a:lnSpc>
                <a:spcPct val="85000"/>
              </a:lnSpc>
              <a:spcBef>
                <a:spcPts val="720"/>
              </a:spcBef>
              <a:spcAft>
                <a:spcPts val="0"/>
              </a:spcAft>
              <a:buClr>
                <a:srgbClr val="262626"/>
              </a:buClr>
              <a:buSzPts val="2400"/>
              <a:buChar char=" "/>
              <a:defRPr sz="2400"/>
            </a:lvl2pPr>
            <a:lvl3pPr indent="-365760" lvl="2" marL="1371600" algn="l">
              <a:lnSpc>
                <a:spcPct val="85000"/>
              </a:lnSpc>
              <a:spcBef>
                <a:spcPts val="720"/>
              </a:spcBef>
              <a:spcAft>
                <a:spcPts val="0"/>
              </a:spcAft>
              <a:buClr>
                <a:srgbClr val="262626"/>
              </a:buClr>
              <a:buSzPts val="2160"/>
              <a:buChar char=" "/>
              <a:defRPr sz="2160"/>
            </a:lvl3pPr>
            <a:lvl4pPr indent="-350520" lvl="3" marL="1828800" algn="l">
              <a:lnSpc>
                <a:spcPct val="85000"/>
              </a:lnSpc>
              <a:spcBef>
                <a:spcPts val="720"/>
              </a:spcBef>
              <a:spcAft>
                <a:spcPts val="0"/>
              </a:spcAft>
              <a:buClr>
                <a:srgbClr val="262626"/>
              </a:buClr>
              <a:buSzPts val="1920"/>
              <a:buChar char=" "/>
              <a:defRPr sz="1920"/>
            </a:lvl4pPr>
            <a:lvl5pPr indent="-350520" lvl="4" marL="2286000" algn="l">
              <a:lnSpc>
                <a:spcPct val="85000"/>
              </a:lnSpc>
              <a:spcBef>
                <a:spcPts val="720"/>
              </a:spcBef>
              <a:spcAft>
                <a:spcPts val="0"/>
              </a:spcAft>
              <a:buClr>
                <a:srgbClr val="262626"/>
              </a:buClr>
              <a:buSzPts val="1920"/>
              <a:buChar char=" "/>
              <a:defRPr sz="1920"/>
            </a:lvl5pPr>
            <a:lvl6pPr indent="-350520" lvl="5" marL="2743200" algn="l">
              <a:lnSpc>
                <a:spcPct val="85000"/>
              </a:lnSpc>
              <a:spcBef>
                <a:spcPts val="720"/>
              </a:spcBef>
              <a:spcAft>
                <a:spcPts val="0"/>
              </a:spcAft>
              <a:buClr>
                <a:srgbClr val="262626"/>
              </a:buClr>
              <a:buSzPts val="1920"/>
              <a:buChar char=" "/>
              <a:defRPr sz="1920"/>
            </a:lvl6pPr>
            <a:lvl7pPr indent="-350520" lvl="6" marL="3200400" algn="l">
              <a:lnSpc>
                <a:spcPct val="85000"/>
              </a:lnSpc>
              <a:spcBef>
                <a:spcPts val="720"/>
              </a:spcBef>
              <a:spcAft>
                <a:spcPts val="0"/>
              </a:spcAft>
              <a:buClr>
                <a:srgbClr val="262626"/>
              </a:buClr>
              <a:buSzPts val="1920"/>
              <a:buChar char=" "/>
              <a:defRPr sz="1920"/>
            </a:lvl7pPr>
            <a:lvl8pPr indent="-350520" lvl="7" marL="3657600" algn="l">
              <a:lnSpc>
                <a:spcPct val="85000"/>
              </a:lnSpc>
              <a:spcBef>
                <a:spcPts val="720"/>
              </a:spcBef>
              <a:spcAft>
                <a:spcPts val="0"/>
              </a:spcAft>
              <a:buClr>
                <a:srgbClr val="262626"/>
              </a:buClr>
              <a:buSzPts val="1920"/>
              <a:buChar char=" "/>
              <a:defRPr sz="1920"/>
            </a:lvl8pPr>
            <a:lvl9pPr indent="-350520" lvl="8" marL="4114800" algn="l">
              <a:lnSpc>
                <a:spcPct val="85000"/>
              </a:lnSpc>
              <a:spcBef>
                <a:spcPts val="720"/>
              </a:spcBef>
              <a:spcAft>
                <a:spcPts val="0"/>
              </a:spcAft>
              <a:buClr>
                <a:srgbClr val="262626"/>
              </a:buClr>
              <a:buSzPts val="1920"/>
              <a:buChar char=" "/>
              <a:defRPr sz="1920"/>
            </a:lvl9pPr>
          </a:lstStyle>
          <a:p/>
        </p:txBody>
      </p:sp>
      <p:sp>
        <p:nvSpPr>
          <p:cNvPr id="42" name="Google Shape;42;p25"/>
          <p:cNvSpPr txBox="1"/>
          <p:nvPr>
            <p:ph idx="3" type="body"/>
          </p:nvPr>
        </p:nvSpPr>
        <p:spPr>
          <a:xfrm>
            <a:off x="7209130" y="2446122"/>
            <a:ext cx="5596128" cy="866851"/>
          </a:xfrm>
          <a:prstGeom prst="rect">
            <a:avLst/>
          </a:prstGeom>
          <a:noFill/>
          <a:ln>
            <a:noFill/>
          </a:ln>
        </p:spPr>
        <p:txBody>
          <a:bodyPr anchorCtr="0" anchor="ctr" bIns="45700" lIns="91425" spcFirstLastPara="1" rIns="91425" wrap="square" tIns="45700">
            <a:normAutofit/>
          </a:bodyPr>
          <a:lstStyle>
            <a:lvl1pPr indent="-228600" lvl="0" marL="457200" algn="l">
              <a:lnSpc>
                <a:spcPct val="85000"/>
              </a:lnSpc>
              <a:spcBef>
                <a:spcPts val="1560"/>
              </a:spcBef>
              <a:spcAft>
                <a:spcPts val="0"/>
              </a:spcAft>
              <a:buClr>
                <a:srgbClr val="262626"/>
              </a:buClr>
              <a:buSzPts val="2640"/>
              <a:buNone/>
              <a:defRPr b="0" sz="2640" cap="none">
                <a:solidFill>
                  <a:srgbClr val="262626"/>
                </a:solidFill>
                <a:latin typeface="Century Gothic"/>
                <a:ea typeface="Century Gothic"/>
                <a:cs typeface="Century Gothic"/>
                <a:sym typeface="Century Gothic"/>
              </a:defRPr>
            </a:lvl1pPr>
            <a:lvl2pPr indent="-228600" lvl="1" marL="914400" algn="l">
              <a:lnSpc>
                <a:spcPct val="85000"/>
              </a:lnSpc>
              <a:spcBef>
                <a:spcPts val="720"/>
              </a:spcBef>
              <a:spcAft>
                <a:spcPts val="0"/>
              </a:spcAft>
              <a:buClr>
                <a:srgbClr val="262626"/>
              </a:buClr>
              <a:buSzPts val="2400"/>
              <a:buNone/>
              <a:defRPr b="1" sz="2400"/>
            </a:lvl2pPr>
            <a:lvl3pPr indent="-228600" lvl="2" marL="1371600" algn="l">
              <a:lnSpc>
                <a:spcPct val="85000"/>
              </a:lnSpc>
              <a:spcBef>
                <a:spcPts val="720"/>
              </a:spcBef>
              <a:spcAft>
                <a:spcPts val="0"/>
              </a:spcAft>
              <a:buClr>
                <a:srgbClr val="262626"/>
              </a:buClr>
              <a:buSzPts val="2160"/>
              <a:buNone/>
              <a:defRPr b="1" sz="2160"/>
            </a:lvl3pPr>
            <a:lvl4pPr indent="-228600" lvl="3" marL="1828800" algn="l">
              <a:lnSpc>
                <a:spcPct val="85000"/>
              </a:lnSpc>
              <a:spcBef>
                <a:spcPts val="720"/>
              </a:spcBef>
              <a:spcAft>
                <a:spcPts val="0"/>
              </a:spcAft>
              <a:buClr>
                <a:srgbClr val="262626"/>
              </a:buClr>
              <a:buSzPts val="1920"/>
              <a:buNone/>
              <a:defRPr b="1" sz="1920"/>
            </a:lvl4pPr>
            <a:lvl5pPr indent="-228600" lvl="4" marL="2286000" algn="l">
              <a:lnSpc>
                <a:spcPct val="85000"/>
              </a:lnSpc>
              <a:spcBef>
                <a:spcPts val="720"/>
              </a:spcBef>
              <a:spcAft>
                <a:spcPts val="0"/>
              </a:spcAft>
              <a:buClr>
                <a:srgbClr val="262626"/>
              </a:buClr>
              <a:buSzPts val="1920"/>
              <a:buNone/>
              <a:defRPr b="1" sz="1920"/>
            </a:lvl5pPr>
            <a:lvl6pPr indent="-228600" lvl="5" marL="2743200" algn="l">
              <a:lnSpc>
                <a:spcPct val="85000"/>
              </a:lnSpc>
              <a:spcBef>
                <a:spcPts val="720"/>
              </a:spcBef>
              <a:spcAft>
                <a:spcPts val="0"/>
              </a:spcAft>
              <a:buClr>
                <a:srgbClr val="262626"/>
              </a:buClr>
              <a:buSzPts val="1920"/>
              <a:buNone/>
              <a:defRPr b="1" sz="1920"/>
            </a:lvl6pPr>
            <a:lvl7pPr indent="-228600" lvl="6" marL="3200400" algn="l">
              <a:lnSpc>
                <a:spcPct val="85000"/>
              </a:lnSpc>
              <a:spcBef>
                <a:spcPts val="720"/>
              </a:spcBef>
              <a:spcAft>
                <a:spcPts val="0"/>
              </a:spcAft>
              <a:buClr>
                <a:srgbClr val="262626"/>
              </a:buClr>
              <a:buSzPts val="1920"/>
              <a:buNone/>
              <a:defRPr b="1" sz="1920"/>
            </a:lvl7pPr>
            <a:lvl8pPr indent="-228600" lvl="7" marL="3657600" algn="l">
              <a:lnSpc>
                <a:spcPct val="85000"/>
              </a:lnSpc>
              <a:spcBef>
                <a:spcPts val="720"/>
              </a:spcBef>
              <a:spcAft>
                <a:spcPts val="0"/>
              </a:spcAft>
              <a:buClr>
                <a:srgbClr val="262626"/>
              </a:buClr>
              <a:buSzPts val="1920"/>
              <a:buNone/>
              <a:defRPr b="1" sz="1920"/>
            </a:lvl8pPr>
            <a:lvl9pPr indent="-228600" lvl="8" marL="4114800" algn="l">
              <a:lnSpc>
                <a:spcPct val="85000"/>
              </a:lnSpc>
              <a:spcBef>
                <a:spcPts val="720"/>
              </a:spcBef>
              <a:spcAft>
                <a:spcPts val="0"/>
              </a:spcAft>
              <a:buClr>
                <a:srgbClr val="262626"/>
              </a:buClr>
              <a:buSzPts val="1920"/>
              <a:buNone/>
              <a:defRPr b="1" sz="1920"/>
            </a:lvl9pPr>
          </a:lstStyle>
          <a:p/>
        </p:txBody>
      </p:sp>
      <p:sp>
        <p:nvSpPr>
          <p:cNvPr id="43" name="Google Shape;43;p25"/>
          <p:cNvSpPr txBox="1"/>
          <p:nvPr>
            <p:ph idx="4" type="body"/>
          </p:nvPr>
        </p:nvSpPr>
        <p:spPr>
          <a:xfrm>
            <a:off x="7209130" y="3301188"/>
            <a:ext cx="5596128" cy="3840480"/>
          </a:xfrm>
          <a:prstGeom prst="rect">
            <a:avLst/>
          </a:prstGeom>
          <a:noFill/>
          <a:ln>
            <a:noFill/>
          </a:ln>
        </p:spPr>
        <p:txBody>
          <a:bodyPr anchorCtr="0" anchor="t" bIns="45700" lIns="91425" spcFirstLastPara="1" rIns="91425" wrap="square" tIns="45700">
            <a:normAutofit/>
          </a:bodyPr>
          <a:lstStyle>
            <a:lvl1pPr indent="-411480" lvl="0" marL="457200" algn="l">
              <a:lnSpc>
                <a:spcPct val="85000"/>
              </a:lnSpc>
              <a:spcBef>
                <a:spcPts val="1560"/>
              </a:spcBef>
              <a:spcAft>
                <a:spcPts val="0"/>
              </a:spcAft>
              <a:buClr>
                <a:srgbClr val="262626"/>
              </a:buClr>
              <a:buSzPts val="2880"/>
              <a:buChar char=" "/>
              <a:defRPr sz="2880"/>
            </a:lvl1pPr>
            <a:lvl2pPr indent="-381000" lvl="1" marL="914400" algn="l">
              <a:lnSpc>
                <a:spcPct val="85000"/>
              </a:lnSpc>
              <a:spcBef>
                <a:spcPts val="720"/>
              </a:spcBef>
              <a:spcAft>
                <a:spcPts val="0"/>
              </a:spcAft>
              <a:buClr>
                <a:srgbClr val="262626"/>
              </a:buClr>
              <a:buSzPts val="2400"/>
              <a:buChar char=" "/>
              <a:defRPr sz="2400"/>
            </a:lvl2pPr>
            <a:lvl3pPr indent="-365760" lvl="2" marL="1371600" algn="l">
              <a:lnSpc>
                <a:spcPct val="85000"/>
              </a:lnSpc>
              <a:spcBef>
                <a:spcPts val="720"/>
              </a:spcBef>
              <a:spcAft>
                <a:spcPts val="0"/>
              </a:spcAft>
              <a:buClr>
                <a:srgbClr val="262626"/>
              </a:buClr>
              <a:buSzPts val="2160"/>
              <a:buChar char=" "/>
              <a:defRPr sz="2160"/>
            </a:lvl3pPr>
            <a:lvl4pPr indent="-350520" lvl="3" marL="1828800" algn="l">
              <a:lnSpc>
                <a:spcPct val="85000"/>
              </a:lnSpc>
              <a:spcBef>
                <a:spcPts val="720"/>
              </a:spcBef>
              <a:spcAft>
                <a:spcPts val="0"/>
              </a:spcAft>
              <a:buClr>
                <a:srgbClr val="262626"/>
              </a:buClr>
              <a:buSzPts val="1920"/>
              <a:buChar char=" "/>
              <a:defRPr sz="1920"/>
            </a:lvl4pPr>
            <a:lvl5pPr indent="-350520" lvl="4" marL="2286000" algn="l">
              <a:lnSpc>
                <a:spcPct val="85000"/>
              </a:lnSpc>
              <a:spcBef>
                <a:spcPts val="720"/>
              </a:spcBef>
              <a:spcAft>
                <a:spcPts val="0"/>
              </a:spcAft>
              <a:buClr>
                <a:srgbClr val="262626"/>
              </a:buClr>
              <a:buSzPts val="1920"/>
              <a:buChar char=" "/>
              <a:defRPr sz="1920"/>
            </a:lvl5pPr>
            <a:lvl6pPr indent="-350520" lvl="5" marL="2743200" algn="l">
              <a:lnSpc>
                <a:spcPct val="85000"/>
              </a:lnSpc>
              <a:spcBef>
                <a:spcPts val="720"/>
              </a:spcBef>
              <a:spcAft>
                <a:spcPts val="0"/>
              </a:spcAft>
              <a:buClr>
                <a:srgbClr val="262626"/>
              </a:buClr>
              <a:buSzPts val="1920"/>
              <a:buChar char=" "/>
              <a:defRPr sz="1920"/>
            </a:lvl6pPr>
            <a:lvl7pPr indent="-350520" lvl="6" marL="3200400" algn="l">
              <a:lnSpc>
                <a:spcPct val="85000"/>
              </a:lnSpc>
              <a:spcBef>
                <a:spcPts val="720"/>
              </a:spcBef>
              <a:spcAft>
                <a:spcPts val="0"/>
              </a:spcAft>
              <a:buClr>
                <a:srgbClr val="262626"/>
              </a:buClr>
              <a:buSzPts val="1920"/>
              <a:buChar char=" "/>
              <a:defRPr sz="1920"/>
            </a:lvl7pPr>
            <a:lvl8pPr indent="-350520" lvl="7" marL="3657600" algn="l">
              <a:lnSpc>
                <a:spcPct val="85000"/>
              </a:lnSpc>
              <a:spcBef>
                <a:spcPts val="720"/>
              </a:spcBef>
              <a:spcAft>
                <a:spcPts val="0"/>
              </a:spcAft>
              <a:buClr>
                <a:srgbClr val="262626"/>
              </a:buClr>
              <a:buSzPts val="1920"/>
              <a:buChar char=" "/>
              <a:defRPr sz="1920"/>
            </a:lvl8pPr>
            <a:lvl9pPr indent="-350520" lvl="8" marL="4114800" algn="l">
              <a:lnSpc>
                <a:spcPct val="85000"/>
              </a:lnSpc>
              <a:spcBef>
                <a:spcPts val="720"/>
              </a:spcBef>
              <a:spcAft>
                <a:spcPts val="0"/>
              </a:spcAft>
              <a:buClr>
                <a:srgbClr val="262626"/>
              </a:buClr>
              <a:buSzPts val="1920"/>
              <a:buChar char=" "/>
              <a:defRPr sz="1920"/>
            </a:lvl9pPr>
          </a:lstStyle>
          <a:p/>
        </p:txBody>
      </p:sp>
      <p:sp>
        <p:nvSpPr>
          <p:cNvPr id="44" name="Google Shape;44;p25"/>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5"/>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5"/>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7" name="Shape 47"/>
        <p:cNvGrpSpPr/>
        <p:nvPr/>
      </p:nvGrpSpPr>
      <p:grpSpPr>
        <a:xfrm>
          <a:off x="0" y="0"/>
          <a:ext cx="0" cy="0"/>
          <a:chOff x="0" y="0"/>
          <a:chExt cx="0" cy="0"/>
        </a:xfrm>
      </p:grpSpPr>
      <p:sp>
        <p:nvSpPr>
          <p:cNvPr id="48" name="Google Shape;48;p26"/>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6"/>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6"/>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2" name="Shape 52"/>
        <p:cNvGrpSpPr/>
        <p:nvPr/>
      </p:nvGrpSpPr>
      <p:grpSpPr>
        <a:xfrm>
          <a:off x="0" y="0"/>
          <a:ext cx="0" cy="0"/>
          <a:chOff x="0" y="0"/>
          <a:chExt cx="0" cy="0"/>
        </a:xfrm>
      </p:grpSpPr>
      <p:sp>
        <p:nvSpPr>
          <p:cNvPr id="53" name="Google Shape;53;p27"/>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7"/>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7"/>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6" name="Shape 56"/>
        <p:cNvGrpSpPr/>
        <p:nvPr/>
      </p:nvGrpSpPr>
      <p:grpSpPr>
        <a:xfrm>
          <a:off x="0" y="0"/>
          <a:ext cx="0" cy="0"/>
          <a:chOff x="0" y="0"/>
          <a:chExt cx="0" cy="0"/>
        </a:xfrm>
      </p:grpSpPr>
      <p:sp>
        <p:nvSpPr>
          <p:cNvPr id="57" name="Google Shape;57;p28"/>
          <p:cNvSpPr/>
          <p:nvPr/>
        </p:nvSpPr>
        <p:spPr>
          <a:xfrm>
            <a:off x="9144000" y="0"/>
            <a:ext cx="5486400" cy="8229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8"/>
          <p:cNvSpPr txBox="1"/>
          <p:nvPr>
            <p:ph type="title"/>
          </p:nvPr>
        </p:nvSpPr>
        <p:spPr>
          <a:xfrm>
            <a:off x="9913685" y="650738"/>
            <a:ext cx="4059936" cy="2304288"/>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FFFFFF"/>
              </a:buClr>
              <a:buSzPts val="4800"/>
              <a:buFont typeface="Century Gothic"/>
              <a:buNone/>
              <a:defRPr sz="48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8"/>
          <p:cNvSpPr txBox="1"/>
          <p:nvPr>
            <p:ph idx="1" type="body"/>
          </p:nvPr>
        </p:nvSpPr>
        <p:spPr>
          <a:xfrm>
            <a:off x="914400" y="914400"/>
            <a:ext cx="7315200" cy="5486400"/>
          </a:xfrm>
          <a:prstGeom prst="rect">
            <a:avLst/>
          </a:prstGeom>
          <a:noFill/>
          <a:ln>
            <a:noFill/>
          </a:ln>
        </p:spPr>
        <p:txBody>
          <a:bodyPr anchorCtr="0" anchor="t" bIns="45700" lIns="91425" spcFirstLastPara="1" rIns="91425" wrap="square" tIns="45700">
            <a:normAutofit/>
          </a:bodyPr>
          <a:lstStyle>
            <a:lvl1pPr indent="-472440" lvl="0" marL="457200" algn="l">
              <a:lnSpc>
                <a:spcPct val="85000"/>
              </a:lnSpc>
              <a:spcBef>
                <a:spcPts val="1560"/>
              </a:spcBef>
              <a:spcAft>
                <a:spcPts val="0"/>
              </a:spcAft>
              <a:buClr>
                <a:srgbClr val="262626"/>
              </a:buClr>
              <a:buSzPts val="3840"/>
              <a:buChar char=" "/>
              <a:defRPr sz="3840"/>
            </a:lvl1pPr>
            <a:lvl2pPr indent="-441960" lvl="1" marL="914400" algn="l">
              <a:lnSpc>
                <a:spcPct val="85000"/>
              </a:lnSpc>
              <a:spcBef>
                <a:spcPts val="720"/>
              </a:spcBef>
              <a:spcAft>
                <a:spcPts val="0"/>
              </a:spcAft>
              <a:buClr>
                <a:srgbClr val="262626"/>
              </a:buClr>
              <a:buSzPts val="3360"/>
              <a:buChar char=" "/>
              <a:defRPr sz="3359"/>
            </a:lvl2pPr>
            <a:lvl3pPr indent="-411480" lvl="2" marL="1371600" algn="l">
              <a:lnSpc>
                <a:spcPct val="85000"/>
              </a:lnSpc>
              <a:spcBef>
                <a:spcPts val="720"/>
              </a:spcBef>
              <a:spcAft>
                <a:spcPts val="0"/>
              </a:spcAft>
              <a:buClr>
                <a:srgbClr val="262626"/>
              </a:buClr>
              <a:buSzPts val="2880"/>
              <a:buChar char=" "/>
              <a:defRPr sz="2880"/>
            </a:lvl3pPr>
            <a:lvl4pPr indent="-381000" lvl="3" marL="1828800" algn="l">
              <a:lnSpc>
                <a:spcPct val="85000"/>
              </a:lnSpc>
              <a:spcBef>
                <a:spcPts val="720"/>
              </a:spcBef>
              <a:spcAft>
                <a:spcPts val="0"/>
              </a:spcAft>
              <a:buClr>
                <a:srgbClr val="262626"/>
              </a:buClr>
              <a:buSzPts val="2400"/>
              <a:buChar char=" "/>
              <a:defRPr sz="2400"/>
            </a:lvl4pPr>
            <a:lvl5pPr indent="-381000" lvl="4" marL="2286000" algn="l">
              <a:lnSpc>
                <a:spcPct val="85000"/>
              </a:lnSpc>
              <a:spcBef>
                <a:spcPts val="720"/>
              </a:spcBef>
              <a:spcAft>
                <a:spcPts val="0"/>
              </a:spcAft>
              <a:buClr>
                <a:srgbClr val="262626"/>
              </a:buClr>
              <a:buSzPts val="2400"/>
              <a:buChar char=" "/>
              <a:defRPr sz="2400"/>
            </a:lvl5pPr>
            <a:lvl6pPr indent="-381000" lvl="5" marL="2743200" algn="l">
              <a:lnSpc>
                <a:spcPct val="85000"/>
              </a:lnSpc>
              <a:spcBef>
                <a:spcPts val="720"/>
              </a:spcBef>
              <a:spcAft>
                <a:spcPts val="0"/>
              </a:spcAft>
              <a:buClr>
                <a:srgbClr val="262626"/>
              </a:buClr>
              <a:buSzPts val="2400"/>
              <a:buChar char=" "/>
              <a:defRPr sz="2400"/>
            </a:lvl6pPr>
            <a:lvl7pPr indent="-381000" lvl="6" marL="3200400" algn="l">
              <a:lnSpc>
                <a:spcPct val="85000"/>
              </a:lnSpc>
              <a:spcBef>
                <a:spcPts val="720"/>
              </a:spcBef>
              <a:spcAft>
                <a:spcPts val="0"/>
              </a:spcAft>
              <a:buClr>
                <a:srgbClr val="262626"/>
              </a:buClr>
              <a:buSzPts val="2400"/>
              <a:buChar char=" "/>
              <a:defRPr sz="2400"/>
            </a:lvl7pPr>
            <a:lvl8pPr indent="-381000" lvl="7" marL="3657600" algn="l">
              <a:lnSpc>
                <a:spcPct val="85000"/>
              </a:lnSpc>
              <a:spcBef>
                <a:spcPts val="720"/>
              </a:spcBef>
              <a:spcAft>
                <a:spcPts val="0"/>
              </a:spcAft>
              <a:buClr>
                <a:srgbClr val="262626"/>
              </a:buClr>
              <a:buSzPts val="2400"/>
              <a:buChar char=" "/>
              <a:defRPr sz="2400"/>
            </a:lvl8pPr>
            <a:lvl9pPr indent="-381000" lvl="8" marL="4114800" algn="l">
              <a:lnSpc>
                <a:spcPct val="85000"/>
              </a:lnSpc>
              <a:spcBef>
                <a:spcPts val="720"/>
              </a:spcBef>
              <a:spcAft>
                <a:spcPts val="0"/>
              </a:spcAft>
              <a:buClr>
                <a:srgbClr val="262626"/>
              </a:buClr>
              <a:buSzPts val="2400"/>
              <a:buChar char=" "/>
              <a:defRPr sz="2400"/>
            </a:lvl9pPr>
          </a:lstStyle>
          <a:p/>
        </p:txBody>
      </p:sp>
      <p:sp>
        <p:nvSpPr>
          <p:cNvPr id="60" name="Google Shape;60;p28"/>
          <p:cNvSpPr txBox="1"/>
          <p:nvPr>
            <p:ph idx="2" type="body"/>
          </p:nvPr>
        </p:nvSpPr>
        <p:spPr>
          <a:xfrm>
            <a:off x="9931178" y="3014176"/>
            <a:ext cx="4078224" cy="3752384"/>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1440"/>
              </a:spcBef>
              <a:spcAft>
                <a:spcPts val="0"/>
              </a:spcAft>
              <a:buClr>
                <a:srgbClr val="262626"/>
              </a:buClr>
              <a:buSzPts val="2160"/>
              <a:buFont typeface="Century Gothic"/>
              <a:buNone/>
              <a:defRPr sz="2160">
                <a:solidFill>
                  <a:srgbClr val="262626"/>
                </a:solidFill>
              </a:defRPr>
            </a:lvl1pPr>
            <a:lvl2pPr indent="-228600" lvl="1" marL="914400" algn="l">
              <a:lnSpc>
                <a:spcPct val="85000"/>
              </a:lnSpc>
              <a:spcBef>
                <a:spcPts val="720"/>
              </a:spcBef>
              <a:spcAft>
                <a:spcPts val="0"/>
              </a:spcAft>
              <a:buClr>
                <a:srgbClr val="262626"/>
              </a:buClr>
              <a:buSzPts val="1440"/>
              <a:buNone/>
              <a:defRPr sz="1440"/>
            </a:lvl2pPr>
            <a:lvl3pPr indent="-228600" lvl="2" marL="1371600" algn="l">
              <a:lnSpc>
                <a:spcPct val="85000"/>
              </a:lnSpc>
              <a:spcBef>
                <a:spcPts val="720"/>
              </a:spcBef>
              <a:spcAft>
                <a:spcPts val="0"/>
              </a:spcAft>
              <a:buClr>
                <a:srgbClr val="262626"/>
              </a:buClr>
              <a:buSzPts val="1200"/>
              <a:buNone/>
              <a:defRPr sz="1200"/>
            </a:lvl3pPr>
            <a:lvl4pPr indent="-228600" lvl="3" marL="1828800" algn="l">
              <a:lnSpc>
                <a:spcPct val="85000"/>
              </a:lnSpc>
              <a:spcBef>
                <a:spcPts val="720"/>
              </a:spcBef>
              <a:spcAft>
                <a:spcPts val="0"/>
              </a:spcAft>
              <a:buClr>
                <a:srgbClr val="262626"/>
              </a:buClr>
              <a:buSzPts val="1080"/>
              <a:buNone/>
              <a:defRPr sz="1080"/>
            </a:lvl4pPr>
            <a:lvl5pPr indent="-228600" lvl="4" marL="2286000" algn="l">
              <a:lnSpc>
                <a:spcPct val="85000"/>
              </a:lnSpc>
              <a:spcBef>
                <a:spcPts val="720"/>
              </a:spcBef>
              <a:spcAft>
                <a:spcPts val="0"/>
              </a:spcAft>
              <a:buClr>
                <a:srgbClr val="262626"/>
              </a:buClr>
              <a:buSzPts val="1080"/>
              <a:buNone/>
              <a:defRPr sz="1080"/>
            </a:lvl5pPr>
            <a:lvl6pPr indent="-228600" lvl="5" marL="2743200" algn="l">
              <a:lnSpc>
                <a:spcPct val="85000"/>
              </a:lnSpc>
              <a:spcBef>
                <a:spcPts val="720"/>
              </a:spcBef>
              <a:spcAft>
                <a:spcPts val="0"/>
              </a:spcAft>
              <a:buClr>
                <a:srgbClr val="262626"/>
              </a:buClr>
              <a:buSzPts val="1080"/>
              <a:buNone/>
              <a:defRPr sz="1080"/>
            </a:lvl6pPr>
            <a:lvl7pPr indent="-228600" lvl="6" marL="3200400" algn="l">
              <a:lnSpc>
                <a:spcPct val="85000"/>
              </a:lnSpc>
              <a:spcBef>
                <a:spcPts val="720"/>
              </a:spcBef>
              <a:spcAft>
                <a:spcPts val="0"/>
              </a:spcAft>
              <a:buClr>
                <a:srgbClr val="262626"/>
              </a:buClr>
              <a:buSzPts val="1080"/>
              <a:buNone/>
              <a:defRPr sz="1080"/>
            </a:lvl7pPr>
            <a:lvl8pPr indent="-228600" lvl="7" marL="3657600" algn="l">
              <a:lnSpc>
                <a:spcPct val="85000"/>
              </a:lnSpc>
              <a:spcBef>
                <a:spcPts val="720"/>
              </a:spcBef>
              <a:spcAft>
                <a:spcPts val="0"/>
              </a:spcAft>
              <a:buClr>
                <a:srgbClr val="262626"/>
              </a:buClr>
              <a:buSzPts val="1080"/>
              <a:buNone/>
              <a:defRPr sz="1080"/>
            </a:lvl8pPr>
            <a:lvl9pPr indent="-228600" lvl="8" marL="4114800" algn="l">
              <a:lnSpc>
                <a:spcPct val="85000"/>
              </a:lnSpc>
              <a:spcBef>
                <a:spcPts val="720"/>
              </a:spcBef>
              <a:spcAft>
                <a:spcPts val="0"/>
              </a:spcAft>
              <a:buClr>
                <a:srgbClr val="262626"/>
              </a:buClr>
              <a:buSzPts val="1080"/>
              <a:buNone/>
              <a:defRPr sz="1080"/>
            </a:lvl9pPr>
          </a:lstStyle>
          <a:p/>
        </p:txBody>
      </p:sp>
      <p:sp>
        <p:nvSpPr>
          <p:cNvPr id="61" name="Google Shape;61;p28"/>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779069" y="6502401"/>
            <a:ext cx="12936931" cy="73594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840"/>
              <a:buFont typeface="Century Gothic"/>
              <a:buNone/>
              <a:defRPr b="0" sz="384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p:nvPr>
            <p:ph idx="2" type="pic"/>
          </p:nvPr>
        </p:nvSpPr>
        <p:spPr>
          <a:xfrm>
            <a:off x="0" y="0"/>
            <a:ext cx="14630400" cy="6397142"/>
          </a:xfrm>
          <a:prstGeom prst="rect">
            <a:avLst/>
          </a:prstGeom>
          <a:solidFill>
            <a:srgbClr val="B7E0E9"/>
          </a:solidFill>
          <a:ln>
            <a:noFill/>
          </a:ln>
        </p:spPr>
      </p:sp>
      <p:sp>
        <p:nvSpPr>
          <p:cNvPr id="67" name="Google Shape;67;p29"/>
          <p:cNvSpPr txBox="1"/>
          <p:nvPr>
            <p:ph idx="1" type="body"/>
          </p:nvPr>
        </p:nvSpPr>
        <p:spPr>
          <a:xfrm>
            <a:off x="811987" y="7091682"/>
            <a:ext cx="11075213" cy="64008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60"/>
              </a:spcBef>
              <a:spcAft>
                <a:spcPts val="0"/>
              </a:spcAft>
              <a:buClr>
                <a:srgbClr val="262626"/>
              </a:buClr>
              <a:buSzPts val="1680"/>
              <a:buNone/>
              <a:defRPr sz="1679">
                <a:solidFill>
                  <a:srgbClr val="262626"/>
                </a:solidFill>
              </a:defRPr>
            </a:lvl1pPr>
            <a:lvl2pPr indent="-228600" lvl="1" marL="914400" algn="l">
              <a:lnSpc>
                <a:spcPct val="85000"/>
              </a:lnSpc>
              <a:spcBef>
                <a:spcPts val="720"/>
              </a:spcBef>
              <a:spcAft>
                <a:spcPts val="0"/>
              </a:spcAft>
              <a:buClr>
                <a:srgbClr val="262626"/>
              </a:buClr>
              <a:buSzPts val="1440"/>
              <a:buNone/>
              <a:defRPr sz="1440"/>
            </a:lvl2pPr>
            <a:lvl3pPr indent="-228600" lvl="2" marL="1371600" algn="l">
              <a:lnSpc>
                <a:spcPct val="85000"/>
              </a:lnSpc>
              <a:spcBef>
                <a:spcPts val="720"/>
              </a:spcBef>
              <a:spcAft>
                <a:spcPts val="0"/>
              </a:spcAft>
              <a:buClr>
                <a:srgbClr val="262626"/>
              </a:buClr>
              <a:buSzPts val="1200"/>
              <a:buNone/>
              <a:defRPr sz="1200"/>
            </a:lvl3pPr>
            <a:lvl4pPr indent="-228600" lvl="3" marL="1828800" algn="l">
              <a:lnSpc>
                <a:spcPct val="85000"/>
              </a:lnSpc>
              <a:spcBef>
                <a:spcPts val="720"/>
              </a:spcBef>
              <a:spcAft>
                <a:spcPts val="0"/>
              </a:spcAft>
              <a:buClr>
                <a:srgbClr val="262626"/>
              </a:buClr>
              <a:buSzPts val="1080"/>
              <a:buNone/>
              <a:defRPr sz="1080"/>
            </a:lvl4pPr>
            <a:lvl5pPr indent="-228600" lvl="4" marL="2286000" algn="l">
              <a:lnSpc>
                <a:spcPct val="85000"/>
              </a:lnSpc>
              <a:spcBef>
                <a:spcPts val="720"/>
              </a:spcBef>
              <a:spcAft>
                <a:spcPts val="0"/>
              </a:spcAft>
              <a:buClr>
                <a:srgbClr val="262626"/>
              </a:buClr>
              <a:buSzPts val="1080"/>
              <a:buNone/>
              <a:defRPr sz="1080"/>
            </a:lvl5pPr>
            <a:lvl6pPr indent="-228600" lvl="5" marL="2743200" algn="l">
              <a:lnSpc>
                <a:spcPct val="85000"/>
              </a:lnSpc>
              <a:spcBef>
                <a:spcPts val="720"/>
              </a:spcBef>
              <a:spcAft>
                <a:spcPts val="0"/>
              </a:spcAft>
              <a:buClr>
                <a:srgbClr val="262626"/>
              </a:buClr>
              <a:buSzPts val="1080"/>
              <a:buNone/>
              <a:defRPr sz="1080"/>
            </a:lvl6pPr>
            <a:lvl7pPr indent="-228600" lvl="6" marL="3200400" algn="l">
              <a:lnSpc>
                <a:spcPct val="85000"/>
              </a:lnSpc>
              <a:spcBef>
                <a:spcPts val="720"/>
              </a:spcBef>
              <a:spcAft>
                <a:spcPts val="0"/>
              </a:spcAft>
              <a:buClr>
                <a:srgbClr val="262626"/>
              </a:buClr>
              <a:buSzPts val="1080"/>
              <a:buNone/>
              <a:defRPr sz="1080"/>
            </a:lvl7pPr>
            <a:lvl8pPr indent="-228600" lvl="7" marL="3657600" algn="l">
              <a:lnSpc>
                <a:spcPct val="85000"/>
              </a:lnSpc>
              <a:spcBef>
                <a:spcPts val="720"/>
              </a:spcBef>
              <a:spcAft>
                <a:spcPts val="0"/>
              </a:spcAft>
              <a:buClr>
                <a:srgbClr val="262626"/>
              </a:buClr>
              <a:buSzPts val="1080"/>
              <a:buNone/>
              <a:defRPr sz="1080"/>
            </a:lvl8pPr>
            <a:lvl9pPr indent="-228600" lvl="8" marL="4114800" algn="l">
              <a:lnSpc>
                <a:spcPct val="85000"/>
              </a:lnSpc>
              <a:spcBef>
                <a:spcPts val="720"/>
              </a:spcBef>
              <a:spcAft>
                <a:spcPts val="0"/>
              </a:spcAft>
              <a:buClr>
                <a:srgbClr val="262626"/>
              </a:buClr>
              <a:buSzPts val="1080"/>
              <a:buNone/>
              <a:defRPr sz="1080"/>
            </a:lvl9pPr>
          </a:lstStyle>
          <a:p/>
        </p:txBody>
      </p:sp>
      <p:sp>
        <p:nvSpPr>
          <p:cNvPr id="68" name="Google Shape;68;p29"/>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9"/>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rgbClr val="FF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1" name="Shape 71"/>
        <p:cNvGrpSpPr/>
        <p:nvPr/>
      </p:nvGrpSpPr>
      <p:grpSpPr>
        <a:xfrm>
          <a:off x="0" y="0"/>
          <a:ext cx="0" cy="0"/>
          <a:chOff x="0" y="0"/>
          <a:chExt cx="0" cy="0"/>
        </a:xfrm>
      </p:grpSpPr>
      <p:sp>
        <p:nvSpPr>
          <p:cNvPr id="72" name="Google Shape;72;p30"/>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0"/>
          <p:cNvSpPr txBox="1"/>
          <p:nvPr>
            <p:ph idx="1" type="body"/>
          </p:nvPr>
        </p:nvSpPr>
        <p:spPr>
          <a:xfrm rot="5400000">
            <a:off x="5004512" y="-1778507"/>
            <a:ext cx="4519422" cy="12904470"/>
          </a:xfrm>
          <a:prstGeom prst="rect">
            <a:avLst/>
          </a:prstGeom>
          <a:noFill/>
          <a:ln>
            <a:noFill/>
          </a:ln>
        </p:spPr>
        <p:txBody>
          <a:bodyPr anchorCtr="0" anchor="t" bIns="45700" lIns="91425" spcFirstLastPara="1" rIns="91425" wrap="square" tIns="45700">
            <a:normAutofit/>
          </a:bodyPr>
          <a:lstStyle>
            <a:lvl1pPr indent="-342900" lvl="0" marL="457200" algn="l">
              <a:lnSpc>
                <a:spcPct val="85000"/>
              </a:lnSpc>
              <a:spcBef>
                <a:spcPts val="1560"/>
              </a:spcBef>
              <a:spcAft>
                <a:spcPts val="0"/>
              </a:spcAft>
              <a:buClr>
                <a:srgbClr val="262626"/>
              </a:buClr>
              <a:buSzPts val="1800"/>
              <a:buChar char=" "/>
              <a:defRPr/>
            </a:lvl1pPr>
            <a:lvl2pPr indent="-342900" lvl="1" marL="914400" algn="l">
              <a:lnSpc>
                <a:spcPct val="85000"/>
              </a:lnSpc>
              <a:spcBef>
                <a:spcPts val="720"/>
              </a:spcBef>
              <a:spcAft>
                <a:spcPts val="0"/>
              </a:spcAft>
              <a:buClr>
                <a:srgbClr val="262626"/>
              </a:buClr>
              <a:buSzPts val="1800"/>
              <a:buChar char=" "/>
              <a:defRPr/>
            </a:lvl2pPr>
            <a:lvl3pPr indent="-342900" lvl="2" marL="1371600" algn="l">
              <a:lnSpc>
                <a:spcPct val="85000"/>
              </a:lnSpc>
              <a:spcBef>
                <a:spcPts val="720"/>
              </a:spcBef>
              <a:spcAft>
                <a:spcPts val="0"/>
              </a:spcAft>
              <a:buClr>
                <a:srgbClr val="262626"/>
              </a:buClr>
              <a:buSzPts val="1800"/>
              <a:buChar char=" "/>
              <a:defRPr/>
            </a:lvl3pPr>
            <a:lvl4pPr indent="-342900" lvl="3" marL="1828800" algn="l">
              <a:lnSpc>
                <a:spcPct val="85000"/>
              </a:lnSpc>
              <a:spcBef>
                <a:spcPts val="720"/>
              </a:spcBef>
              <a:spcAft>
                <a:spcPts val="0"/>
              </a:spcAft>
              <a:buClr>
                <a:srgbClr val="262626"/>
              </a:buClr>
              <a:buSzPts val="1800"/>
              <a:buChar char=" "/>
              <a:defRPr/>
            </a:lvl4pPr>
            <a:lvl5pPr indent="-342900" lvl="4" marL="2286000" algn="l">
              <a:lnSpc>
                <a:spcPct val="85000"/>
              </a:lnSpc>
              <a:spcBef>
                <a:spcPts val="720"/>
              </a:spcBef>
              <a:spcAft>
                <a:spcPts val="0"/>
              </a:spcAft>
              <a:buClr>
                <a:srgbClr val="262626"/>
              </a:buClr>
              <a:buSzPts val="1800"/>
              <a:buChar char=" "/>
              <a:defRPr/>
            </a:lvl5pPr>
            <a:lvl6pPr indent="-342900" lvl="5" marL="2743200" algn="l">
              <a:lnSpc>
                <a:spcPct val="85000"/>
              </a:lnSpc>
              <a:spcBef>
                <a:spcPts val="720"/>
              </a:spcBef>
              <a:spcAft>
                <a:spcPts val="0"/>
              </a:spcAft>
              <a:buClr>
                <a:srgbClr val="262626"/>
              </a:buClr>
              <a:buSzPts val="1800"/>
              <a:buChar char=" "/>
              <a:defRPr/>
            </a:lvl6pPr>
            <a:lvl7pPr indent="-342900" lvl="6" marL="3200400" algn="l">
              <a:lnSpc>
                <a:spcPct val="85000"/>
              </a:lnSpc>
              <a:spcBef>
                <a:spcPts val="720"/>
              </a:spcBef>
              <a:spcAft>
                <a:spcPts val="0"/>
              </a:spcAft>
              <a:buClr>
                <a:srgbClr val="262626"/>
              </a:buClr>
              <a:buSzPts val="1800"/>
              <a:buChar char=" "/>
              <a:defRPr/>
            </a:lvl7pPr>
            <a:lvl8pPr indent="-342900" lvl="7" marL="3657600" algn="l">
              <a:lnSpc>
                <a:spcPct val="85000"/>
              </a:lnSpc>
              <a:spcBef>
                <a:spcPts val="720"/>
              </a:spcBef>
              <a:spcAft>
                <a:spcPts val="0"/>
              </a:spcAft>
              <a:buClr>
                <a:srgbClr val="262626"/>
              </a:buClr>
              <a:buSzPts val="1800"/>
              <a:buChar char=" "/>
              <a:defRPr/>
            </a:lvl8pPr>
            <a:lvl9pPr indent="-342900" lvl="8" marL="4114800" algn="l">
              <a:lnSpc>
                <a:spcPct val="85000"/>
              </a:lnSpc>
              <a:spcBef>
                <a:spcPts val="720"/>
              </a:spcBef>
              <a:spcAft>
                <a:spcPts val="0"/>
              </a:spcAft>
              <a:buClr>
                <a:srgbClr val="262626"/>
              </a:buClr>
              <a:buSzPts val="1800"/>
              <a:buChar char=" "/>
              <a:defRPr/>
            </a:lvl9pPr>
          </a:lstStyle>
          <a:p/>
        </p:txBody>
      </p:sp>
      <p:sp>
        <p:nvSpPr>
          <p:cNvPr id="74" name="Google Shape;74;p30"/>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0"/>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7" name="Shape 77"/>
        <p:cNvGrpSpPr/>
        <p:nvPr/>
      </p:nvGrpSpPr>
      <p:grpSpPr>
        <a:xfrm>
          <a:off x="0" y="0"/>
          <a:ext cx="0" cy="0"/>
          <a:chOff x="0" y="0"/>
          <a:chExt cx="0" cy="0"/>
        </a:xfrm>
      </p:grpSpPr>
      <p:sp>
        <p:nvSpPr>
          <p:cNvPr id="78" name="Google Shape;78;p31"/>
          <p:cNvSpPr txBox="1"/>
          <p:nvPr>
            <p:ph type="title"/>
          </p:nvPr>
        </p:nvSpPr>
        <p:spPr>
          <a:xfrm rot="5400000">
            <a:off x="9189720" y="2137410"/>
            <a:ext cx="5760720" cy="315468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1"/>
          <p:cNvSpPr txBox="1"/>
          <p:nvPr>
            <p:ph idx="1" type="body"/>
          </p:nvPr>
        </p:nvSpPr>
        <p:spPr>
          <a:xfrm rot="5400000">
            <a:off x="2326005" y="-542924"/>
            <a:ext cx="6480810" cy="9281160"/>
          </a:xfrm>
          <a:prstGeom prst="rect">
            <a:avLst/>
          </a:prstGeom>
          <a:noFill/>
          <a:ln>
            <a:noFill/>
          </a:ln>
        </p:spPr>
        <p:txBody>
          <a:bodyPr anchorCtr="0" anchor="t" bIns="45700" lIns="91425" spcFirstLastPara="1" rIns="91425" wrap="square" tIns="45700">
            <a:normAutofit/>
          </a:bodyPr>
          <a:lstStyle>
            <a:lvl1pPr indent="-342900" lvl="0" marL="457200" algn="l">
              <a:lnSpc>
                <a:spcPct val="85000"/>
              </a:lnSpc>
              <a:spcBef>
                <a:spcPts val="1560"/>
              </a:spcBef>
              <a:spcAft>
                <a:spcPts val="0"/>
              </a:spcAft>
              <a:buClr>
                <a:srgbClr val="262626"/>
              </a:buClr>
              <a:buSzPts val="1800"/>
              <a:buChar char=" "/>
              <a:defRPr/>
            </a:lvl1pPr>
            <a:lvl2pPr indent="-342900" lvl="1" marL="914400" algn="l">
              <a:lnSpc>
                <a:spcPct val="85000"/>
              </a:lnSpc>
              <a:spcBef>
                <a:spcPts val="720"/>
              </a:spcBef>
              <a:spcAft>
                <a:spcPts val="0"/>
              </a:spcAft>
              <a:buClr>
                <a:srgbClr val="262626"/>
              </a:buClr>
              <a:buSzPts val="1800"/>
              <a:buChar char=" "/>
              <a:defRPr/>
            </a:lvl2pPr>
            <a:lvl3pPr indent="-342900" lvl="2" marL="1371600" algn="l">
              <a:lnSpc>
                <a:spcPct val="85000"/>
              </a:lnSpc>
              <a:spcBef>
                <a:spcPts val="720"/>
              </a:spcBef>
              <a:spcAft>
                <a:spcPts val="0"/>
              </a:spcAft>
              <a:buClr>
                <a:srgbClr val="262626"/>
              </a:buClr>
              <a:buSzPts val="1800"/>
              <a:buChar char=" "/>
              <a:defRPr/>
            </a:lvl3pPr>
            <a:lvl4pPr indent="-342900" lvl="3" marL="1828800" algn="l">
              <a:lnSpc>
                <a:spcPct val="85000"/>
              </a:lnSpc>
              <a:spcBef>
                <a:spcPts val="720"/>
              </a:spcBef>
              <a:spcAft>
                <a:spcPts val="0"/>
              </a:spcAft>
              <a:buClr>
                <a:srgbClr val="262626"/>
              </a:buClr>
              <a:buSzPts val="1800"/>
              <a:buChar char=" "/>
              <a:defRPr/>
            </a:lvl4pPr>
            <a:lvl5pPr indent="-342900" lvl="4" marL="2286000" algn="l">
              <a:lnSpc>
                <a:spcPct val="85000"/>
              </a:lnSpc>
              <a:spcBef>
                <a:spcPts val="720"/>
              </a:spcBef>
              <a:spcAft>
                <a:spcPts val="0"/>
              </a:spcAft>
              <a:buClr>
                <a:srgbClr val="262626"/>
              </a:buClr>
              <a:buSzPts val="1800"/>
              <a:buChar char=" "/>
              <a:defRPr/>
            </a:lvl5pPr>
            <a:lvl6pPr indent="-342900" lvl="5" marL="2743200" algn="l">
              <a:lnSpc>
                <a:spcPct val="85000"/>
              </a:lnSpc>
              <a:spcBef>
                <a:spcPts val="720"/>
              </a:spcBef>
              <a:spcAft>
                <a:spcPts val="0"/>
              </a:spcAft>
              <a:buClr>
                <a:srgbClr val="262626"/>
              </a:buClr>
              <a:buSzPts val="1800"/>
              <a:buChar char=" "/>
              <a:defRPr/>
            </a:lvl6pPr>
            <a:lvl7pPr indent="-342900" lvl="6" marL="3200400" algn="l">
              <a:lnSpc>
                <a:spcPct val="85000"/>
              </a:lnSpc>
              <a:spcBef>
                <a:spcPts val="720"/>
              </a:spcBef>
              <a:spcAft>
                <a:spcPts val="0"/>
              </a:spcAft>
              <a:buClr>
                <a:srgbClr val="262626"/>
              </a:buClr>
              <a:buSzPts val="1800"/>
              <a:buChar char=" "/>
              <a:defRPr/>
            </a:lvl7pPr>
            <a:lvl8pPr indent="-342900" lvl="7" marL="3657600" algn="l">
              <a:lnSpc>
                <a:spcPct val="85000"/>
              </a:lnSpc>
              <a:spcBef>
                <a:spcPts val="720"/>
              </a:spcBef>
              <a:spcAft>
                <a:spcPts val="0"/>
              </a:spcAft>
              <a:buClr>
                <a:srgbClr val="262626"/>
              </a:buClr>
              <a:buSzPts val="1800"/>
              <a:buChar char=" "/>
              <a:defRPr/>
            </a:lvl8pPr>
            <a:lvl9pPr indent="-342900" lvl="8" marL="4114800" algn="l">
              <a:lnSpc>
                <a:spcPct val="85000"/>
              </a:lnSpc>
              <a:spcBef>
                <a:spcPts val="720"/>
              </a:spcBef>
              <a:spcAft>
                <a:spcPts val="0"/>
              </a:spcAft>
              <a:buClr>
                <a:srgbClr val="262626"/>
              </a:buClr>
              <a:buSzPts val="1800"/>
              <a:buChar char=" "/>
              <a:defRPr/>
            </a:lvl9pPr>
          </a:lstStyle>
          <a:p/>
        </p:txBody>
      </p:sp>
      <p:sp>
        <p:nvSpPr>
          <p:cNvPr id="80" name="Google Shape;80;p31"/>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1"/>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lvl1pPr lvl="0" marR="0" rtl="0" algn="l">
              <a:lnSpc>
                <a:spcPct val="85000"/>
              </a:lnSpc>
              <a:spcBef>
                <a:spcPts val="0"/>
              </a:spcBef>
              <a:spcAft>
                <a:spcPts val="0"/>
              </a:spcAft>
              <a:buClr>
                <a:schemeClr val="accent1"/>
              </a:buClr>
              <a:buSzPts val="6480"/>
              <a:buFont typeface="Century Gothic"/>
              <a:buNone/>
              <a:defRPr b="0" i="0" sz="648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811988" y="2414017"/>
            <a:ext cx="12904470" cy="4519422"/>
          </a:xfrm>
          <a:prstGeom prst="rect">
            <a:avLst/>
          </a:prstGeom>
          <a:noFill/>
          <a:ln>
            <a:noFill/>
          </a:ln>
        </p:spPr>
        <p:txBody>
          <a:bodyPr anchorCtr="0" anchor="t" bIns="45700" lIns="91425" spcFirstLastPara="1" rIns="91425" wrap="square" tIns="45700">
            <a:normAutofit/>
          </a:bodyPr>
          <a:lstStyle>
            <a:lvl1pPr indent="-411480" lvl="0" marL="457200" marR="0" rtl="0" algn="l">
              <a:lnSpc>
                <a:spcPct val="85000"/>
              </a:lnSpc>
              <a:spcBef>
                <a:spcPts val="1560"/>
              </a:spcBef>
              <a:spcAft>
                <a:spcPts val="0"/>
              </a:spcAft>
              <a:buClr>
                <a:srgbClr val="262626"/>
              </a:buClr>
              <a:buSzPts val="2880"/>
              <a:buFont typeface="Arial"/>
              <a:buChar char=" "/>
              <a:defRPr b="0" i="0" sz="2880" u="none" cap="none" strike="noStrike">
                <a:solidFill>
                  <a:srgbClr val="262626"/>
                </a:solidFill>
                <a:latin typeface="Century Gothic"/>
                <a:ea typeface="Century Gothic"/>
                <a:cs typeface="Century Gothic"/>
                <a:sym typeface="Century Gothic"/>
              </a:defRPr>
            </a:lvl1pPr>
            <a:lvl2pPr indent="-411480" lvl="1" marL="914400" marR="0" rtl="0" algn="l">
              <a:lnSpc>
                <a:spcPct val="85000"/>
              </a:lnSpc>
              <a:spcBef>
                <a:spcPts val="720"/>
              </a:spcBef>
              <a:spcAft>
                <a:spcPts val="0"/>
              </a:spcAft>
              <a:buClr>
                <a:srgbClr val="262626"/>
              </a:buClr>
              <a:buSzPts val="2880"/>
              <a:buFont typeface="Arial"/>
              <a:buChar char=" "/>
              <a:defRPr b="0" i="0" sz="2880" u="none" cap="none" strike="noStrike">
                <a:solidFill>
                  <a:srgbClr val="262626"/>
                </a:solidFill>
                <a:latin typeface="Century Gothic"/>
                <a:ea typeface="Century Gothic"/>
                <a:cs typeface="Century Gothic"/>
                <a:sym typeface="Century Gothic"/>
              </a:defRPr>
            </a:lvl2pPr>
            <a:lvl3pPr indent="-381000" lvl="2" marL="1371600" marR="0" rtl="0" algn="l">
              <a:lnSpc>
                <a:spcPct val="85000"/>
              </a:lnSpc>
              <a:spcBef>
                <a:spcPts val="720"/>
              </a:spcBef>
              <a:spcAft>
                <a:spcPts val="0"/>
              </a:spcAft>
              <a:buClr>
                <a:srgbClr val="262626"/>
              </a:buClr>
              <a:buSzPts val="2400"/>
              <a:buFont typeface="Arial"/>
              <a:buChar char=" "/>
              <a:defRPr b="0" i="1" sz="2400" u="none" cap="none" strike="noStrike">
                <a:solidFill>
                  <a:srgbClr val="262626"/>
                </a:solidFill>
                <a:latin typeface="Century Gothic"/>
                <a:ea typeface="Century Gothic"/>
                <a:cs typeface="Century Gothic"/>
                <a:sym typeface="Century Gothic"/>
              </a:defRPr>
            </a:lvl3pPr>
            <a:lvl4pPr indent="-365760" lvl="3" marL="1828800" marR="0" rtl="0" algn="l">
              <a:lnSpc>
                <a:spcPct val="85000"/>
              </a:lnSpc>
              <a:spcBef>
                <a:spcPts val="720"/>
              </a:spcBef>
              <a:spcAft>
                <a:spcPts val="0"/>
              </a:spcAft>
              <a:buClr>
                <a:srgbClr val="262626"/>
              </a:buClr>
              <a:buSzPts val="2160"/>
              <a:buFont typeface="Arial"/>
              <a:buChar char=" "/>
              <a:defRPr b="0" i="0" sz="2160" u="none" cap="none" strike="noStrike">
                <a:solidFill>
                  <a:srgbClr val="262626"/>
                </a:solidFill>
                <a:latin typeface="Century Gothic"/>
                <a:ea typeface="Century Gothic"/>
                <a:cs typeface="Century Gothic"/>
                <a:sym typeface="Century Gothic"/>
              </a:defRPr>
            </a:lvl4pPr>
            <a:lvl5pPr indent="-365760" lvl="4" marL="2286000" marR="0" rtl="0" algn="l">
              <a:lnSpc>
                <a:spcPct val="85000"/>
              </a:lnSpc>
              <a:spcBef>
                <a:spcPts val="720"/>
              </a:spcBef>
              <a:spcAft>
                <a:spcPts val="0"/>
              </a:spcAft>
              <a:buClr>
                <a:srgbClr val="262626"/>
              </a:buClr>
              <a:buSzPts val="2160"/>
              <a:buFont typeface="Arial"/>
              <a:buChar char=" "/>
              <a:defRPr b="0" i="0" sz="2160" u="none" cap="none" strike="noStrike">
                <a:solidFill>
                  <a:srgbClr val="262626"/>
                </a:solidFill>
                <a:latin typeface="Century Gothic"/>
                <a:ea typeface="Century Gothic"/>
                <a:cs typeface="Century Gothic"/>
                <a:sym typeface="Century Gothic"/>
              </a:defRPr>
            </a:lvl5pPr>
            <a:lvl6pPr indent="-365760" lvl="5" marL="2743200" marR="0" rtl="0" algn="l">
              <a:lnSpc>
                <a:spcPct val="85000"/>
              </a:lnSpc>
              <a:spcBef>
                <a:spcPts val="720"/>
              </a:spcBef>
              <a:spcAft>
                <a:spcPts val="0"/>
              </a:spcAft>
              <a:buClr>
                <a:srgbClr val="262626"/>
              </a:buClr>
              <a:buSzPts val="2160"/>
              <a:buFont typeface="Arial"/>
              <a:buChar char=" "/>
              <a:defRPr b="0" i="0" sz="2160" u="none" cap="none" strike="noStrike">
                <a:solidFill>
                  <a:srgbClr val="262626"/>
                </a:solidFill>
                <a:latin typeface="Century Gothic"/>
                <a:ea typeface="Century Gothic"/>
                <a:cs typeface="Century Gothic"/>
                <a:sym typeface="Century Gothic"/>
              </a:defRPr>
            </a:lvl6pPr>
            <a:lvl7pPr indent="-365760" lvl="6" marL="3200400" marR="0" rtl="0" algn="l">
              <a:lnSpc>
                <a:spcPct val="85000"/>
              </a:lnSpc>
              <a:spcBef>
                <a:spcPts val="720"/>
              </a:spcBef>
              <a:spcAft>
                <a:spcPts val="0"/>
              </a:spcAft>
              <a:buClr>
                <a:srgbClr val="262626"/>
              </a:buClr>
              <a:buSzPts val="2160"/>
              <a:buFont typeface="Arial"/>
              <a:buChar char=" "/>
              <a:defRPr b="0" i="0" sz="2160" u="none" cap="none" strike="noStrike">
                <a:solidFill>
                  <a:srgbClr val="262626"/>
                </a:solidFill>
                <a:latin typeface="Century Gothic"/>
                <a:ea typeface="Century Gothic"/>
                <a:cs typeface="Century Gothic"/>
                <a:sym typeface="Century Gothic"/>
              </a:defRPr>
            </a:lvl7pPr>
            <a:lvl8pPr indent="-365760" lvl="7" marL="3657600" marR="0" rtl="0" algn="l">
              <a:lnSpc>
                <a:spcPct val="85000"/>
              </a:lnSpc>
              <a:spcBef>
                <a:spcPts val="720"/>
              </a:spcBef>
              <a:spcAft>
                <a:spcPts val="0"/>
              </a:spcAft>
              <a:buClr>
                <a:srgbClr val="262626"/>
              </a:buClr>
              <a:buSzPts val="2160"/>
              <a:buFont typeface="Arial"/>
              <a:buChar char=" "/>
              <a:defRPr b="0" i="0" sz="2160" u="none" cap="none" strike="noStrike">
                <a:solidFill>
                  <a:srgbClr val="262626"/>
                </a:solidFill>
                <a:latin typeface="Century Gothic"/>
                <a:ea typeface="Century Gothic"/>
                <a:cs typeface="Century Gothic"/>
                <a:sym typeface="Century Gothic"/>
              </a:defRPr>
            </a:lvl8pPr>
            <a:lvl9pPr indent="-365760" lvl="8" marL="4114800" marR="0" rtl="0" algn="l">
              <a:lnSpc>
                <a:spcPct val="85000"/>
              </a:lnSpc>
              <a:spcBef>
                <a:spcPts val="720"/>
              </a:spcBef>
              <a:spcAft>
                <a:spcPts val="0"/>
              </a:spcAft>
              <a:buClr>
                <a:srgbClr val="262626"/>
              </a:buClr>
              <a:buSzPts val="2160"/>
              <a:buFont typeface="Arial"/>
              <a:buChar char=" "/>
              <a:defRPr b="0" i="0" sz="2160" u="none" cap="none" strike="noStrike">
                <a:solidFill>
                  <a:srgbClr val="262626"/>
                </a:solidFill>
                <a:latin typeface="Century Gothic"/>
                <a:ea typeface="Century Gothic"/>
                <a:cs typeface="Century Gothic"/>
                <a:sym typeface="Century Gothic"/>
              </a:defRPr>
            </a:lvl9pPr>
          </a:lstStyle>
          <a:p/>
        </p:txBody>
      </p:sp>
      <p:sp>
        <p:nvSpPr>
          <p:cNvPr id="8" name="Google Shape;8;p19"/>
          <p:cNvSpPr txBox="1"/>
          <p:nvPr>
            <p:ph idx="10" type="dt"/>
          </p:nvPr>
        </p:nvSpPr>
        <p:spPr>
          <a:xfrm>
            <a:off x="822960" y="7694936"/>
            <a:ext cx="4937760"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4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9" name="Google Shape;9;p19"/>
          <p:cNvSpPr txBox="1"/>
          <p:nvPr>
            <p:ph idx="11" type="ftr"/>
          </p:nvPr>
        </p:nvSpPr>
        <p:spPr>
          <a:xfrm>
            <a:off x="822960" y="7865636"/>
            <a:ext cx="6035040"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4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0" name="Google Shape;10;p19"/>
          <p:cNvSpPr txBox="1"/>
          <p:nvPr>
            <p:ph idx="12" type="sldNum"/>
          </p:nvPr>
        </p:nvSpPr>
        <p:spPr>
          <a:xfrm>
            <a:off x="10516711" y="7051695"/>
            <a:ext cx="3511296" cy="167644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2360"/>
              <a:buFont typeface="Arial"/>
              <a:buNone/>
              <a:defRPr b="0" i="0" sz="12360" u="none" cap="none" strike="noStrike">
                <a:solidFill>
                  <a:schemeClr val="accen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6" name="Shape 86"/>
        <p:cNvGrpSpPr/>
        <p:nvPr/>
      </p:nvGrpSpPr>
      <p:grpSpPr>
        <a:xfrm>
          <a:off x="0" y="0"/>
          <a:ext cx="0" cy="0"/>
          <a:chOff x="0" y="0"/>
          <a:chExt cx="0" cy="0"/>
        </a:xfrm>
      </p:grpSpPr>
      <p:pic>
        <p:nvPicPr>
          <p:cNvPr descr="Desarrollo móvil: cómo funciona el mercado - beecrowd" id="87" name="Google Shape;87;g396ff20fcfc_0_234"/>
          <p:cNvPicPr preferRelativeResize="0"/>
          <p:nvPr/>
        </p:nvPicPr>
        <p:blipFill rotWithShape="1">
          <a:blip r:embed="rId3">
            <a:alphaModFix/>
          </a:blip>
          <a:srcRect b="19897" l="0" r="0" t="5107"/>
          <a:stretch/>
        </p:blipFill>
        <p:spPr>
          <a:xfrm>
            <a:off x="0" y="1"/>
            <a:ext cx="14630398" cy="8229600"/>
          </a:xfrm>
          <a:prstGeom prst="rect">
            <a:avLst/>
          </a:prstGeom>
          <a:noFill/>
          <a:ln>
            <a:noFill/>
          </a:ln>
        </p:spPr>
      </p:pic>
      <p:sp>
        <p:nvSpPr>
          <p:cNvPr id="88" name="Google Shape;88;g396ff20fcfc_0_234"/>
          <p:cNvSpPr/>
          <p:nvPr/>
        </p:nvSpPr>
        <p:spPr>
          <a:xfrm>
            <a:off x="5602250" y="3851910"/>
            <a:ext cx="9028200" cy="2766300"/>
          </a:xfrm>
          <a:prstGeom prst="rect">
            <a:avLst/>
          </a:prstGeom>
          <a:solidFill>
            <a:srgbClr val="0C0C0C">
              <a:alpha val="50199"/>
            </a:srgbClr>
          </a:solidFill>
          <a:ln>
            <a:noFill/>
          </a:ln>
        </p:spPr>
        <p:txBody>
          <a:bodyPr anchorCtr="0" anchor="ctr" bIns="54850" lIns="109700" spcFirstLastPara="1" rIns="109700" wrap="square" tIns="54850">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Century Gothic"/>
              <a:ea typeface="Century Gothic"/>
              <a:cs typeface="Century Gothic"/>
              <a:sym typeface="Century Gothic"/>
            </a:endParaRPr>
          </a:p>
        </p:txBody>
      </p:sp>
      <p:sp>
        <p:nvSpPr>
          <p:cNvPr id="89" name="Google Shape;89;g396ff20fcfc_0_234"/>
          <p:cNvSpPr txBox="1"/>
          <p:nvPr>
            <p:ph type="title"/>
          </p:nvPr>
        </p:nvSpPr>
        <p:spPr>
          <a:xfrm>
            <a:off x="5982620" y="3997733"/>
            <a:ext cx="7764900" cy="1475400"/>
          </a:xfrm>
          <a:prstGeom prst="rect">
            <a:avLst/>
          </a:prstGeom>
          <a:noFill/>
          <a:ln>
            <a:noFill/>
          </a:ln>
        </p:spPr>
        <p:txBody>
          <a:bodyPr anchorCtr="0" anchor="b" bIns="54850" lIns="109700" spcFirstLastPara="1" rIns="109700" wrap="square" tIns="54850">
            <a:noAutofit/>
          </a:bodyPr>
          <a:lstStyle/>
          <a:p>
            <a:pPr indent="0" lvl="0" marL="0" rtl="0" algn="l">
              <a:lnSpc>
                <a:spcPct val="90000"/>
              </a:lnSpc>
              <a:spcBef>
                <a:spcPts val="0"/>
              </a:spcBef>
              <a:spcAft>
                <a:spcPts val="0"/>
              </a:spcAft>
              <a:buClr>
                <a:schemeClr val="lt1"/>
              </a:buClr>
              <a:buSzPts val="3800"/>
              <a:buFont typeface="Century Gothic"/>
              <a:buNone/>
            </a:pPr>
            <a:r>
              <a:rPr lang="en-US" sz="3800">
                <a:solidFill>
                  <a:schemeClr val="lt1"/>
                </a:solidFill>
              </a:rPr>
              <a:t>ESTRUCTURAS DE DATOS II</a:t>
            </a:r>
            <a:endParaRPr>
              <a:solidFill>
                <a:schemeClr val="lt1"/>
              </a:solidFill>
            </a:endParaRPr>
          </a:p>
        </p:txBody>
      </p:sp>
      <p:sp>
        <p:nvSpPr>
          <p:cNvPr id="90" name="Google Shape;90;g396ff20fcfc_0_234"/>
          <p:cNvSpPr txBox="1"/>
          <p:nvPr>
            <p:ph idx="1" type="body"/>
          </p:nvPr>
        </p:nvSpPr>
        <p:spPr>
          <a:xfrm>
            <a:off x="5982619" y="5592390"/>
            <a:ext cx="8177100" cy="834000"/>
          </a:xfrm>
          <a:prstGeom prst="rect">
            <a:avLst/>
          </a:prstGeom>
          <a:noFill/>
          <a:ln>
            <a:noFill/>
          </a:ln>
        </p:spPr>
        <p:txBody>
          <a:bodyPr anchorCtr="0" anchor="t" bIns="54850" lIns="109700" spcFirstLastPara="1" rIns="109700" wrap="square" tIns="54850">
            <a:normAutofit lnSpcReduction="10000"/>
          </a:bodyPr>
          <a:lstStyle/>
          <a:p>
            <a:pPr indent="0" lvl="0" marL="0" rtl="0" algn="l">
              <a:lnSpc>
                <a:spcPct val="90000"/>
              </a:lnSpc>
              <a:spcBef>
                <a:spcPts val="0"/>
              </a:spcBef>
              <a:spcAft>
                <a:spcPts val="0"/>
              </a:spcAft>
              <a:buClr>
                <a:schemeClr val="lt1"/>
              </a:buClr>
              <a:buSzPts val="1900"/>
              <a:buNone/>
            </a:pPr>
            <a:r>
              <a:rPr lang="en-US" sz="1900" cap="none">
                <a:solidFill>
                  <a:schemeClr val="lt1"/>
                </a:solidFill>
                <a:latin typeface="Century Gothic"/>
                <a:ea typeface="Century Gothic"/>
                <a:cs typeface="Century Gothic"/>
                <a:sym typeface="Century Gothic"/>
              </a:rPr>
              <a:t>JONATHAN LÓPEZ LONDOÑO</a:t>
            </a:r>
            <a:br>
              <a:rPr lang="en-US" sz="1900" cap="none">
                <a:solidFill>
                  <a:schemeClr val="lt1"/>
                </a:solidFill>
                <a:latin typeface="Century Gothic"/>
                <a:ea typeface="Century Gothic"/>
                <a:cs typeface="Century Gothic"/>
                <a:sym typeface="Century Gothic"/>
              </a:rPr>
            </a:br>
            <a:r>
              <a:rPr lang="en-US" sz="1900" cap="none">
                <a:solidFill>
                  <a:schemeClr val="lt1"/>
                </a:solidFill>
                <a:latin typeface="Century Gothic"/>
                <a:ea typeface="Century Gothic"/>
                <a:cs typeface="Century Gothic"/>
                <a:sym typeface="Century Gothic"/>
              </a:rPr>
              <a:t>JLOPEZL@UAO.EDU.CO</a:t>
            </a:r>
            <a:br>
              <a:rPr lang="en-US" sz="1900" cap="none">
                <a:solidFill>
                  <a:schemeClr val="lt1"/>
                </a:solidFill>
                <a:latin typeface="Century Gothic"/>
                <a:ea typeface="Century Gothic"/>
                <a:cs typeface="Century Gothic"/>
                <a:sym typeface="Century Gothic"/>
              </a:rPr>
            </a:br>
            <a:r>
              <a:rPr lang="en-US" sz="1900" cap="none">
                <a:solidFill>
                  <a:schemeClr val="lt1"/>
                </a:solidFill>
                <a:latin typeface="Century Gothic"/>
                <a:ea typeface="Century Gothic"/>
                <a:cs typeface="Century Gothic"/>
                <a:sym typeface="Century Gothic"/>
              </a:rPr>
              <a:t>315 926 5443</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788669" y="599439"/>
            <a:ext cx="7835786"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5400"/>
              <a:buFont typeface="Century Gothic"/>
              <a:buNone/>
            </a:pPr>
            <a:r>
              <a:rPr lang="en-US" sz="5400"/>
              <a:t>Trees</a:t>
            </a:r>
            <a:endParaRPr/>
          </a:p>
        </p:txBody>
      </p:sp>
      <p:sp>
        <p:nvSpPr>
          <p:cNvPr id="96" name="Google Shape;96;p2"/>
          <p:cNvSpPr txBox="1"/>
          <p:nvPr/>
        </p:nvSpPr>
        <p:spPr>
          <a:xfrm>
            <a:off x="964387" y="2550161"/>
            <a:ext cx="6174168" cy="4520794"/>
          </a:xfrm>
          <a:prstGeom prst="rect">
            <a:avLst/>
          </a:prstGeom>
          <a:noFill/>
          <a:ln>
            <a:noFill/>
          </a:ln>
        </p:spPr>
        <p:txBody>
          <a:bodyPr anchorCtr="0" anchor="t" bIns="45700" lIns="91425" spcFirstLastPara="1" rIns="91425" wrap="square" tIns="45700">
            <a:normAutofit fontScale="92500" lnSpcReduction="20000"/>
          </a:bodyPr>
          <a:lstStyle/>
          <a:p>
            <a:pPr indent="-140970" lvl="0" marL="109728" marR="0" rtl="0" algn="l">
              <a:lnSpc>
                <a:spcPct val="110000"/>
              </a:lnSpc>
              <a:spcBef>
                <a:spcPts val="0"/>
              </a:spcBef>
              <a:spcAft>
                <a:spcPts val="0"/>
              </a:spcAft>
              <a:buClr>
                <a:srgbClr val="262626"/>
              </a:buClr>
              <a:buSzPct val="100000"/>
              <a:buFont typeface="Arial"/>
              <a:buChar char=" "/>
            </a:pPr>
            <a:r>
              <a:rPr b="0" i="0" lang="en-US" sz="2400" u="none" cap="none" strike="noStrike">
                <a:solidFill>
                  <a:srgbClr val="262626"/>
                </a:solidFill>
                <a:latin typeface="Century Gothic"/>
                <a:ea typeface="Century Gothic"/>
                <a:cs typeface="Century Gothic"/>
                <a:sym typeface="Century Gothic"/>
              </a:rPr>
              <a:t>Trees are a very common data structure, defined recursively as a collection of nodes.</a:t>
            </a:r>
            <a:endParaRPr b="0" i="0" sz="1400" u="none" cap="none" strike="noStrike">
              <a:solidFill>
                <a:srgbClr val="000000"/>
              </a:solidFill>
              <a:latin typeface="Arial"/>
              <a:ea typeface="Arial"/>
              <a:cs typeface="Arial"/>
              <a:sym typeface="Arial"/>
            </a:endParaRPr>
          </a:p>
          <a:p>
            <a:pPr indent="0" lvl="0" marL="109728" marR="0" rtl="0" algn="l">
              <a:lnSpc>
                <a:spcPct val="110000"/>
              </a:lnSpc>
              <a:spcBef>
                <a:spcPts val="1560"/>
              </a:spcBef>
              <a:spcAft>
                <a:spcPts val="0"/>
              </a:spcAft>
              <a:buClr>
                <a:srgbClr val="262626"/>
              </a:buClr>
              <a:buSzPct val="100000"/>
              <a:buFont typeface="Arial"/>
              <a:buNone/>
            </a:pPr>
            <a:r>
              <a:t/>
            </a:r>
            <a:endParaRPr b="0" i="0" sz="2400" u="none" cap="none" strike="noStrike">
              <a:solidFill>
                <a:srgbClr val="262626"/>
              </a:solidFill>
              <a:latin typeface="Century Gothic"/>
              <a:ea typeface="Century Gothic"/>
              <a:cs typeface="Century Gothic"/>
              <a:sym typeface="Century Gothic"/>
            </a:endParaRPr>
          </a:p>
          <a:p>
            <a:pPr indent="-140970" lvl="0" marL="109728" marR="0" rtl="0" algn="l">
              <a:lnSpc>
                <a:spcPct val="110000"/>
              </a:lnSpc>
              <a:spcBef>
                <a:spcPts val="1560"/>
              </a:spcBef>
              <a:spcAft>
                <a:spcPts val="0"/>
              </a:spcAft>
              <a:buClr>
                <a:srgbClr val="262626"/>
              </a:buClr>
              <a:buSzPct val="100000"/>
              <a:buFont typeface="Arial"/>
              <a:buChar char=" "/>
            </a:pPr>
            <a:r>
              <a:rPr b="0" i="0" lang="en-US" sz="2400" u="none" cap="none" strike="noStrike">
                <a:solidFill>
                  <a:srgbClr val="262626"/>
                </a:solidFill>
                <a:latin typeface="Century Gothic"/>
                <a:ea typeface="Century Gothic"/>
                <a:cs typeface="Century Gothic"/>
                <a:sym typeface="Century Gothic"/>
              </a:rPr>
              <a:t>✓ Start with a root node.</a:t>
            </a:r>
            <a:endParaRPr b="0" i="0" sz="1400" u="none" cap="none" strike="noStrike">
              <a:solidFill>
                <a:srgbClr val="000000"/>
              </a:solidFill>
              <a:latin typeface="Arial"/>
              <a:ea typeface="Arial"/>
              <a:cs typeface="Arial"/>
              <a:sym typeface="Arial"/>
            </a:endParaRPr>
          </a:p>
          <a:p>
            <a:pPr indent="-140970" lvl="0" marL="109728" marR="0" rtl="0" algn="l">
              <a:lnSpc>
                <a:spcPct val="110000"/>
              </a:lnSpc>
              <a:spcBef>
                <a:spcPts val="1560"/>
              </a:spcBef>
              <a:spcAft>
                <a:spcPts val="0"/>
              </a:spcAft>
              <a:buClr>
                <a:srgbClr val="262626"/>
              </a:buClr>
              <a:buSzPct val="100000"/>
              <a:buFont typeface="Arial"/>
              <a:buChar char=" "/>
            </a:pPr>
            <a:r>
              <a:rPr b="0" i="0" lang="en-US" sz="2400" u="none" cap="none" strike="noStrike">
                <a:solidFill>
                  <a:srgbClr val="262626"/>
                </a:solidFill>
                <a:latin typeface="Century Gothic"/>
                <a:ea typeface="Century Gothic"/>
                <a:cs typeface="Century Gothic"/>
                <a:sym typeface="Century Gothic"/>
              </a:rPr>
              <a:t>✓ Each node is a data structure containing a value, and optionally a list of references.</a:t>
            </a:r>
            <a:endParaRPr b="0" i="0" sz="1400" u="none" cap="none" strike="noStrike">
              <a:solidFill>
                <a:srgbClr val="000000"/>
              </a:solidFill>
              <a:latin typeface="Arial"/>
              <a:ea typeface="Arial"/>
              <a:cs typeface="Arial"/>
              <a:sym typeface="Arial"/>
            </a:endParaRPr>
          </a:p>
          <a:p>
            <a:pPr indent="-140970" lvl="0" marL="109728" marR="0" rtl="0" algn="l">
              <a:lnSpc>
                <a:spcPct val="110000"/>
              </a:lnSpc>
              <a:spcBef>
                <a:spcPts val="1560"/>
              </a:spcBef>
              <a:spcAft>
                <a:spcPts val="0"/>
              </a:spcAft>
              <a:buClr>
                <a:srgbClr val="262626"/>
              </a:buClr>
              <a:buSzPct val="100000"/>
              <a:buFont typeface="Arial"/>
              <a:buChar char=" "/>
            </a:pPr>
            <a:r>
              <a:rPr b="0" i="0" lang="en-US" sz="2400" u="none" cap="none" strike="noStrike">
                <a:solidFill>
                  <a:srgbClr val="262626"/>
                </a:solidFill>
                <a:latin typeface="Century Gothic"/>
                <a:ea typeface="Century Gothic"/>
                <a:cs typeface="Century Gothic"/>
                <a:sym typeface="Century Gothic"/>
              </a:rPr>
              <a:t>✓ Refer to other nodes (its children), with the limitation that there are not duplicated references, and that no one points to the root node.</a:t>
            </a:r>
            <a:endParaRPr b="0" i="0" sz="1400" u="none" cap="none" strike="noStrike">
              <a:solidFill>
                <a:srgbClr val="000000"/>
              </a:solidFill>
              <a:latin typeface="Arial"/>
              <a:ea typeface="Arial"/>
              <a:cs typeface="Arial"/>
              <a:sym typeface="Arial"/>
            </a:endParaRPr>
          </a:p>
        </p:txBody>
      </p:sp>
      <p:pic>
        <p:nvPicPr>
          <p:cNvPr id="97" name="Google Shape;97;p2"/>
          <p:cNvPicPr preferRelativeResize="0"/>
          <p:nvPr/>
        </p:nvPicPr>
        <p:blipFill rotWithShape="1">
          <a:blip r:embed="rId3">
            <a:alphaModFix/>
          </a:blip>
          <a:srcRect b="0" l="0" r="0" t="0"/>
          <a:stretch/>
        </p:blipFill>
        <p:spPr>
          <a:xfrm>
            <a:off x="7949040" y="1236040"/>
            <a:ext cx="5716973" cy="57575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600"/>
              <a:buFont typeface="Century Gothic"/>
              <a:buNone/>
            </a:pPr>
            <a:r>
              <a:rPr lang="en-US" sz="6600"/>
              <a:t>Trees</a:t>
            </a:r>
            <a:endParaRPr/>
          </a:p>
        </p:txBody>
      </p:sp>
      <p:sp>
        <p:nvSpPr>
          <p:cNvPr id="103" name="Google Shape;103;p3"/>
          <p:cNvSpPr txBox="1"/>
          <p:nvPr>
            <p:ph idx="1" type="body"/>
          </p:nvPr>
        </p:nvSpPr>
        <p:spPr>
          <a:xfrm>
            <a:off x="811986" y="2397761"/>
            <a:ext cx="7564369" cy="4520794"/>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400"/>
              <a:buChar char=" "/>
            </a:pPr>
            <a:r>
              <a:rPr lang="en-US" sz="2400"/>
              <a:t>We can think of nodes that contain nodes, or trees that contain “sub-trees”.</a:t>
            </a:r>
            <a:endParaRPr/>
          </a:p>
          <a:p>
            <a:pPr indent="-109728" lvl="0" marL="109728" rtl="0" algn="l">
              <a:lnSpc>
                <a:spcPct val="100000"/>
              </a:lnSpc>
              <a:spcBef>
                <a:spcPts val="1560"/>
              </a:spcBef>
              <a:spcAft>
                <a:spcPts val="0"/>
              </a:spcAft>
              <a:buClr>
                <a:srgbClr val="262626"/>
              </a:buClr>
              <a:buSzPts val="2400"/>
              <a:buChar char=" "/>
            </a:pPr>
            <a:r>
              <a:rPr lang="en-US" sz="2400"/>
              <a:t>It is common to use both words (node and tree) to refer to the same type of object but seen from two points of view.</a:t>
            </a:r>
            <a:endParaRPr sz="2400"/>
          </a:p>
        </p:txBody>
      </p:sp>
      <p:pic>
        <p:nvPicPr>
          <p:cNvPr id="104" name="Google Shape;104;p3"/>
          <p:cNvPicPr preferRelativeResize="0"/>
          <p:nvPr/>
        </p:nvPicPr>
        <p:blipFill rotWithShape="1">
          <a:blip r:embed="rId3">
            <a:alphaModFix/>
          </a:blip>
          <a:srcRect b="0" l="0" r="0" t="0"/>
          <a:stretch/>
        </p:blipFill>
        <p:spPr>
          <a:xfrm>
            <a:off x="8663506" y="3260296"/>
            <a:ext cx="4488049" cy="37665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4"/>
          <p:cNvPicPr preferRelativeResize="0"/>
          <p:nvPr/>
        </p:nvPicPr>
        <p:blipFill rotWithShape="1">
          <a:blip r:embed="rId3">
            <a:alphaModFix/>
          </a:blip>
          <a:srcRect b="0" l="0" r="0" t="0"/>
          <a:stretch/>
        </p:blipFill>
        <p:spPr>
          <a:xfrm>
            <a:off x="7574844" y="2894077"/>
            <a:ext cx="6672950" cy="3950270"/>
          </a:xfrm>
          <a:prstGeom prst="rect">
            <a:avLst/>
          </a:prstGeom>
          <a:noFill/>
          <a:ln>
            <a:noFill/>
          </a:ln>
        </p:spPr>
      </p:pic>
      <p:sp>
        <p:nvSpPr>
          <p:cNvPr id="110" name="Google Shape;110;p4"/>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Using Trees</a:t>
            </a:r>
            <a:endParaRPr/>
          </a:p>
        </p:txBody>
      </p:sp>
      <p:sp>
        <p:nvSpPr>
          <p:cNvPr id="111" name="Google Shape;111;p4"/>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400"/>
              <a:buChar char=" "/>
            </a:pPr>
            <a:r>
              <a:rPr lang="en-US" sz="2400"/>
              <a:t>As a web developer, the easiest way to visualize this data structure is by imagining the DOM (Document Object Model) tree.</a:t>
            </a:r>
            <a:endParaRPr/>
          </a:p>
          <a:p>
            <a:pPr indent="-109728" lvl="0" marL="109728" rtl="0" algn="l">
              <a:lnSpc>
                <a:spcPct val="100000"/>
              </a:lnSpc>
              <a:spcBef>
                <a:spcPts val="1560"/>
              </a:spcBef>
              <a:spcAft>
                <a:spcPts val="0"/>
              </a:spcAft>
              <a:buClr>
                <a:srgbClr val="262626"/>
              </a:buClr>
              <a:buSzPts val="2400"/>
              <a:buChar char=" "/>
            </a:pPr>
            <a:r>
              <a:rPr lang="en-US" sz="2400"/>
              <a:t>In this structure, we start with a root node (&lt;html&gt;), and each child node (DOM element) has a parent and may or may not contain one or more children.</a:t>
            </a:r>
            <a:endParaRPr/>
          </a:p>
          <a:p>
            <a:pPr indent="-109728" lvl="0" marL="109728" rtl="0" algn="l">
              <a:lnSpc>
                <a:spcPct val="100000"/>
              </a:lnSpc>
              <a:spcBef>
                <a:spcPts val="1560"/>
              </a:spcBef>
              <a:spcAft>
                <a:spcPts val="0"/>
              </a:spcAft>
              <a:buClr>
                <a:srgbClr val="262626"/>
              </a:buClr>
              <a:buSzPts val="2400"/>
              <a:buChar char=" "/>
            </a:pPr>
            <a:r>
              <a:rPr lang="en-US" sz="2400"/>
              <a:t>In HTML it is natural that a node can only have one parent, since it cannot be a direct child of more than one node!</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Trees Terminology</a:t>
            </a:r>
            <a:endParaRPr/>
          </a:p>
        </p:txBody>
      </p:sp>
      <p:sp>
        <p:nvSpPr>
          <p:cNvPr id="117" name="Google Shape;117;p5"/>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000"/>
              <a:buFont typeface="Noto Sans Symbols"/>
              <a:buChar char="✔"/>
            </a:pPr>
            <a:r>
              <a:rPr lang="en-US" sz="2000"/>
              <a:t> </a:t>
            </a:r>
            <a:r>
              <a:rPr b="1" lang="en-US" sz="2000"/>
              <a:t>Node</a:t>
            </a:r>
            <a:r>
              <a:rPr lang="en-US" sz="2000"/>
              <a:t>: is the basic structure we use to build a “tree”. All the elements of a tree are nodes.</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Father / son</a:t>
            </a:r>
            <a:r>
              <a:rPr lang="en-US" sz="2000"/>
              <a:t>: The "children" of a node are the nodes to which it refers. In an HTML document the &lt;head&gt; and &lt;body&gt; tags (nodes) are children of the &lt;html&gt; node.</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Root node</a:t>
            </a:r>
            <a:r>
              <a:rPr lang="en-US" sz="2000"/>
              <a:t>: Every tree has an initial root node, which will be the only node that does not have a "parent".</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Leaf node</a:t>
            </a:r>
            <a:r>
              <a:rPr lang="en-US" sz="2000"/>
              <a:t>: Are those that do not have children.</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Level</a:t>
            </a:r>
            <a:r>
              <a:rPr lang="en-US" sz="2000"/>
              <a:t>: The distance, or the number of jumps that we must take from a specific node until we reach the root node.</a:t>
            </a:r>
            <a:endParaRPr/>
          </a:p>
        </p:txBody>
      </p:sp>
      <p:pic>
        <p:nvPicPr>
          <p:cNvPr id="118" name="Google Shape;118;p5"/>
          <p:cNvPicPr preferRelativeResize="0"/>
          <p:nvPr/>
        </p:nvPicPr>
        <p:blipFill rotWithShape="1">
          <a:blip r:embed="rId3">
            <a:alphaModFix/>
          </a:blip>
          <a:srcRect b="0" l="0" r="0" t="0"/>
          <a:stretch/>
        </p:blipFill>
        <p:spPr>
          <a:xfrm>
            <a:off x="8004560" y="2792079"/>
            <a:ext cx="6107387" cy="34619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Trees Terminology</a:t>
            </a:r>
            <a:endParaRPr/>
          </a:p>
        </p:txBody>
      </p:sp>
      <p:sp>
        <p:nvSpPr>
          <p:cNvPr id="124" name="Google Shape;124;p6"/>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000"/>
              <a:buFont typeface="Noto Sans Symbols"/>
              <a:buChar char="✔"/>
            </a:pPr>
            <a:r>
              <a:rPr lang="en-US" sz="2000"/>
              <a:t> </a:t>
            </a:r>
            <a:r>
              <a:rPr b="1" lang="en-US" sz="2000"/>
              <a:t>Height / depth</a:t>
            </a:r>
            <a:r>
              <a:rPr lang="en-US" sz="2000"/>
              <a:t>: Refers to the maximum level that we are going to find.</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Order / degree</a:t>
            </a:r>
            <a:r>
              <a:rPr lang="en-US" sz="2000"/>
              <a:t>: Determines how many children a node can have. For example, a tree of order 2 would be a binary tree, where each node can have a maximum of two children. An order 3 or ternary tree would allow each node to have a maximum of three children.</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Complete tree</a:t>
            </a:r>
            <a:r>
              <a:rPr lang="en-US" sz="2000"/>
              <a:t>: All nodes have either no children or the maximum number of children.</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Degenerate tree</a:t>
            </a:r>
            <a:r>
              <a:rPr lang="en-US" sz="2000"/>
              <a:t>: When a tree contains only 1 child per node. These types of trees behave like lists.</a:t>
            </a:r>
            <a:endParaRPr/>
          </a:p>
          <a:p>
            <a:pPr indent="-109728" lvl="0" marL="109728" rtl="0" algn="l">
              <a:lnSpc>
                <a:spcPct val="100000"/>
              </a:lnSpc>
              <a:spcBef>
                <a:spcPts val="1560"/>
              </a:spcBef>
              <a:spcAft>
                <a:spcPts val="0"/>
              </a:spcAft>
              <a:buClr>
                <a:srgbClr val="262626"/>
              </a:buClr>
              <a:buSzPts val="2000"/>
              <a:buFont typeface="Noto Sans Symbols"/>
              <a:buChar char="✔"/>
            </a:pPr>
            <a:r>
              <a:rPr lang="en-US" sz="2000"/>
              <a:t> </a:t>
            </a:r>
            <a:r>
              <a:rPr b="1" lang="en-US" sz="2000"/>
              <a:t>Balanced tree</a:t>
            </a:r>
            <a:r>
              <a:rPr lang="en-US" sz="2000"/>
              <a:t>: Has the minimum depth possible given several elements.</a:t>
            </a:r>
            <a:endParaRPr sz="2000"/>
          </a:p>
        </p:txBody>
      </p:sp>
      <p:pic>
        <p:nvPicPr>
          <p:cNvPr id="125" name="Google Shape;125;p6"/>
          <p:cNvPicPr preferRelativeResize="0"/>
          <p:nvPr/>
        </p:nvPicPr>
        <p:blipFill rotWithShape="1">
          <a:blip r:embed="rId3">
            <a:alphaModFix/>
          </a:blip>
          <a:srcRect b="0" l="0" r="0" t="0"/>
          <a:stretch/>
        </p:blipFill>
        <p:spPr>
          <a:xfrm>
            <a:off x="8004560" y="2792079"/>
            <a:ext cx="6107387" cy="34619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a:t>
            </a:r>
            <a:endParaRPr/>
          </a:p>
        </p:txBody>
      </p:sp>
      <p:sp>
        <p:nvSpPr>
          <p:cNvPr id="131" name="Google Shape;131;p7"/>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lang="en-US" sz="2400"/>
              <a:t>Binary trees, are trees with up to two children in each node.</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Left child</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Right child</a:t>
            </a:r>
            <a:endParaRPr/>
          </a:p>
          <a:p>
            <a:pPr indent="0" lvl="0" marL="0" rtl="0" algn="l">
              <a:lnSpc>
                <a:spcPct val="100000"/>
              </a:lnSpc>
              <a:spcBef>
                <a:spcPts val="1560"/>
              </a:spcBef>
              <a:spcAft>
                <a:spcPts val="0"/>
              </a:spcAft>
              <a:buClr>
                <a:srgbClr val="262626"/>
              </a:buClr>
              <a:buSzPts val="2400"/>
              <a:buNone/>
            </a:pPr>
            <a:r>
              <a:t/>
            </a:r>
            <a:endParaRPr sz="2400"/>
          </a:p>
          <a:p>
            <a:pPr indent="0" lvl="0" marL="0" rtl="0" algn="l">
              <a:lnSpc>
                <a:spcPct val="100000"/>
              </a:lnSpc>
              <a:spcBef>
                <a:spcPts val="1560"/>
              </a:spcBef>
              <a:spcAft>
                <a:spcPts val="0"/>
              </a:spcAft>
              <a:buClr>
                <a:srgbClr val="262626"/>
              </a:buClr>
              <a:buSzPts val="2400"/>
              <a:buNone/>
            </a:pPr>
            <a:r>
              <a:rPr lang="en-US" sz="2400"/>
              <a:t>Starts from a root node and branches downward.</a:t>
            </a:r>
            <a:endParaRPr sz="2400"/>
          </a:p>
        </p:txBody>
      </p:sp>
      <p:pic>
        <p:nvPicPr>
          <p:cNvPr id="132" name="Google Shape;132;p7"/>
          <p:cNvPicPr preferRelativeResize="0"/>
          <p:nvPr/>
        </p:nvPicPr>
        <p:blipFill rotWithShape="1">
          <a:blip r:embed="rId3">
            <a:alphaModFix/>
          </a:blip>
          <a:srcRect b="0" l="0" r="0" t="0"/>
          <a:stretch/>
        </p:blipFill>
        <p:spPr>
          <a:xfrm>
            <a:off x="8387167" y="3842906"/>
            <a:ext cx="3819936" cy="28852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How to implement binary trees?</a:t>
            </a:r>
            <a:endParaRPr/>
          </a:p>
        </p:txBody>
      </p:sp>
      <p:sp>
        <p:nvSpPr>
          <p:cNvPr id="138" name="Google Shape;138;p8"/>
          <p:cNvSpPr txBox="1"/>
          <p:nvPr>
            <p:ph idx="1" type="body"/>
          </p:nvPr>
        </p:nvSpPr>
        <p:spPr>
          <a:xfrm>
            <a:off x="811986" y="2589277"/>
            <a:ext cx="6774147" cy="520005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lang="en-US" sz="2400"/>
              <a:t>First, you should create a Node Class with a value and left and right references (to represent 2 children).</a:t>
            </a:r>
            <a:endParaRPr/>
          </a:p>
          <a:p>
            <a:pPr indent="0" lvl="0" marL="0" rtl="0" algn="l">
              <a:lnSpc>
                <a:spcPct val="100000"/>
              </a:lnSpc>
              <a:spcBef>
                <a:spcPts val="1560"/>
              </a:spcBef>
              <a:spcAft>
                <a:spcPts val="0"/>
              </a:spcAft>
              <a:buClr>
                <a:srgbClr val="262626"/>
              </a:buClr>
              <a:buSzPts val="2400"/>
              <a:buNone/>
            </a:pPr>
            <a:r>
              <a:t/>
            </a:r>
            <a:endParaRPr sz="2400"/>
          </a:p>
          <a:p>
            <a:pPr indent="0" lvl="0" marL="0" rtl="0" algn="l">
              <a:lnSpc>
                <a:spcPct val="100000"/>
              </a:lnSpc>
              <a:spcBef>
                <a:spcPts val="1560"/>
              </a:spcBef>
              <a:spcAft>
                <a:spcPts val="0"/>
              </a:spcAft>
              <a:buClr>
                <a:srgbClr val="262626"/>
              </a:buClr>
              <a:buSzPts val="2400"/>
              <a:buNone/>
            </a:pPr>
            <a:r>
              <a:rPr lang="en-US" sz="2400"/>
              <a:t>You can also add an isLeaf method, to check if a node is leaf or not</a:t>
            </a:r>
            <a:endParaRPr sz="2400"/>
          </a:p>
        </p:txBody>
      </p:sp>
      <p:pic>
        <p:nvPicPr>
          <p:cNvPr id="139" name="Google Shape;139;p8"/>
          <p:cNvPicPr preferRelativeResize="0"/>
          <p:nvPr/>
        </p:nvPicPr>
        <p:blipFill rotWithShape="1">
          <a:blip r:embed="rId3">
            <a:alphaModFix/>
          </a:blip>
          <a:srcRect b="0" l="0" r="0" t="0"/>
          <a:stretch/>
        </p:blipFill>
        <p:spPr>
          <a:xfrm>
            <a:off x="7609450" y="3382715"/>
            <a:ext cx="6503214" cy="42474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How to implement binary trees?</a:t>
            </a:r>
            <a:endParaRPr/>
          </a:p>
        </p:txBody>
      </p:sp>
      <p:sp>
        <p:nvSpPr>
          <p:cNvPr id="145" name="Google Shape;145;p9"/>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lang="en-US" sz="2400"/>
              <a:t>Second, you should create a BinaryTree Class with a root node</a:t>
            </a:r>
            <a:endParaRPr sz="2400"/>
          </a:p>
        </p:txBody>
      </p:sp>
      <p:pic>
        <p:nvPicPr>
          <p:cNvPr id="146" name="Google Shape;146;p9"/>
          <p:cNvPicPr preferRelativeResize="0"/>
          <p:nvPr/>
        </p:nvPicPr>
        <p:blipFill rotWithShape="1">
          <a:blip r:embed="rId3">
            <a:alphaModFix/>
          </a:blip>
          <a:srcRect b="0" l="0" r="0" t="0"/>
          <a:stretch/>
        </p:blipFill>
        <p:spPr>
          <a:xfrm>
            <a:off x="7747910" y="3943246"/>
            <a:ext cx="5155290" cy="30653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0"/>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152" name="Google Shape;152;p10"/>
          <p:cNvSpPr txBox="1"/>
          <p:nvPr>
            <p:ph idx="1" type="body"/>
          </p:nvPr>
        </p:nvSpPr>
        <p:spPr>
          <a:xfrm>
            <a:off x="811986" y="2589277"/>
            <a:ext cx="7169400" cy="5200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b="1" lang="en-US" sz="2400"/>
              <a:t>Insert:</a:t>
            </a:r>
            <a:r>
              <a:rPr lang="en-US" sz="2400"/>
              <a:t> This method is commonly used to insert a new node according to its value, if the value is less than the parent node, the new node will be inserted at left of the parent, otherwise, it will be inserted at right of the parent.</a:t>
            </a:r>
            <a:endParaRPr/>
          </a:p>
          <a:p>
            <a:pPr indent="0" lvl="0" marL="0" rtl="0" algn="l">
              <a:lnSpc>
                <a:spcPct val="100000"/>
              </a:lnSpc>
              <a:spcBef>
                <a:spcPts val="1560"/>
              </a:spcBef>
              <a:spcAft>
                <a:spcPts val="0"/>
              </a:spcAft>
              <a:buClr>
                <a:srgbClr val="262626"/>
              </a:buClr>
              <a:buSzPts val="2400"/>
              <a:buNone/>
            </a:pPr>
            <a:r>
              <a:t/>
            </a:r>
            <a:endParaRPr sz="2400"/>
          </a:p>
          <a:p>
            <a:pPr indent="0" lvl="0" marL="0" rtl="0" algn="l">
              <a:lnSpc>
                <a:spcPct val="100000"/>
              </a:lnSpc>
              <a:spcBef>
                <a:spcPts val="1560"/>
              </a:spcBef>
              <a:spcAft>
                <a:spcPts val="0"/>
              </a:spcAft>
              <a:buClr>
                <a:srgbClr val="262626"/>
              </a:buClr>
              <a:buSzPts val="2400"/>
              <a:buNone/>
            </a:pPr>
            <a:r>
              <a:rPr lang="en-US" sz="2400"/>
              <a:t>In this example, it is considered that you can’t add a similar value to the tree.</a:t>
            </a:r>
            <a:endParaRPr sz="2400"/>
          </a:p>
        </p:txBody>
      </p:sp>
      <p:pic>
        <p:nvPicPr>
          <p:cNvPr id="153" name="Google Shape;153;p10"/>
          <p:cNvPicPr preferRelativeResize="0"/>
          <p:nvPr/>
        </p:nvPicPr>
        <p:blipFill rotWithShape="1">
          <a:blip r:embed="rId3">
            <a:alphaModFix/>
          </a:blip>
          <a:srcRect b="0" l="0" r="0" t="0"/>
          <a:stretch/>
        </p:blipFill>
        <p:spPr>
          <a:xfrm>
            <a:off x="8726311" y="303786"/>
            <a:ext cx="4758987" cy="760811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159" name="Google Shape;159;p11"/>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b="1" lang="en-US" sz="2400"/>
              <a:t>Printing Trees</a:t>
            </a:r>
            <a:endParaRPr/>
          </a:p>
          <a:p>
            <a:pPr indent="0" lvl="0" marL="0" rtl="0" algn="l">
              <a:lnSpc>
                <a:spcPct val="100000"/>
              </a:lnSpc>
              <a:spcBef>
                <a:spcPts val="1560"/>
              </a:spcBef>
              <a:spcAft>
                <a:spcPts val="0"/>
              </a:spcAft>
              <a:buClr>
                <a:srgbClr val="262626"/>
              </a:buClr>
              <a:buSzPts val="2400"/>
              <a:buNone/>
            </a:pPr>
            <a:r>
              <a:rPr lang="en-US" sz="2400"/>
              <a:t>You can print trees by 3 different ways:</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PreOrder</a:t>
            </a:r>
            <a:endParaRPr sz="2400"/>
          </a:p>
          <a:p>
            <a:pPr indent="-109728" lvl="0" marL="109728" rtl="0" algn="l">
              <a:lnSpc>
                <a:spcPct val="100000"/>
              </a:lnSpc>
              <a:spcBef>
                <a:spcPts val="1560"/>
              </a:spcBef>
              <a:spcAft>
                <a:spcPts val="0"/>
              </a:spcAft>
              <a:buClr>
                <a:srgbClr val="262626"/>
              </a:buClr>
              <a:buSzPts val="2400"/>
              <a:buFont typeface="Noto Sans Symbols"/>
              <a:buChar char="✔"/>
            </a:pPr>
            <a:r>
              <a:rPr lang="en-US" sz="2400"/>
              <a:t> PostOrder</a:t>
            </a:r>
            <a:endParaRPr sz="2400"/>
          </a:p>
          <a:p>
            <a:pPr indent="-109728" lvl="0" marL="109728" rtl="0" algn="l">
              <a:lnSpc>
                <a:spcPct val="100000"/>
              </a:lnSpc>
              <a:spcBef>
                <a:spcPts val="1560"/>
              </a:spcBef>
              <a:spcAft>
                <a:spcPts val="0"/>
              </a:spcAft>
              <a:buClr>
                <a:srgbClr val="262626"/>
              </a:buClr>
              <a:buSzPts val="2400"/>
              <a:buFont typeface="Noto Sans Symbols"/>
              <a:buChar char="✔"/>
            </a:pPr>
            <a:r>
              <a:rPr lang="en-US" sz="2400"/>
              <a:t> InOrder</a:t>
            </a:r>
            <a:endParaRPr sz="2400"/>
          </a:p>
          <a:p>
            <a:pPr indent="0" lvl="0" marL="0" rtl="0" algn="l">
              <a:lnSpc>
                <a:spcPct val="100000"/>
              </a:lnSpc>
              <a:spcBef>
                <a:spcPts val="1560"/>
              </a:spcBef>
              <a:spcAft>
                <a:spcPts val="0"/>
              </a:spcAft>
              <a:buClr>
                <a:srgbClr val="262626"/>
              </a:buClr>
              <a:buSzPts val="2400"/>
              <a:buNone/>
            </a:pPr>
            <a:r>
              <a:t/>
            </a:r>
            <a:endParaRPr sz="2400"/>
          </a:p>
          <a:p>
            <a:pPr indent="0" lvl="0" marL="0" rtl="0" algn="l">
              <a:lnSpc>
                <a:spcPct val="100000"/>
              </a:lnSpc>
              <a:spcBef>
                <a:spcPts val="1560"/>
              </a:spcBef>
              <a:spcAft>
                <a:spcPts val="0"/>
              </a:spcAft>
              <a:buClr>
                <a:srgbClr val="262626"/>
              </a:buClr>
              <a:buSzPts val="2400"/>
              <a:buNone/>
            </a:pPr>
            <a:r>
              <a:rPr lang="en-US" sz="2400"/>
              <a:t>These are usually recursive methods</a:t>
            </a:r>
            <a:endParaRPr sz="2400"/>
          </a:p>
        </p:txBody>
      </p:sp>
      <p:pic>
        <p:nvPicPr>
          <p:cNvPr id="160" name="Google Shape;160;p11"/>
          <p:cNvPicPr preferRelativeResize="0"/>
          <p:nvPr/>
        </p:nvPicPr>
        <p:blipFill rotWithShape="1">
          <a:blip r:embed="rId3">
            <a:alphaModFix/>
          </a:blip>
          <a:srcRect b="0" l="0" r="0" t="0"/>
          <a:stretch/>
        </p:blipFill>
        <p:spPr>
          <a:xfrm>
            <a:off x="7315199" y="2324910"/>
            <a:ext cx="6593983" cy="418937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166" name="Google Shape;166;p12"/>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400"/>
              <a:buFont typeface="Noto Sans Symbols"/>
              <a:buChar char="✔"/>
            </a:pPr>
            <a:r>
              <a:rPr lang="en-US" sz="2400"/>
              <a:t> </a:t>
            </a:r>
            <a:r>
              <a:rPr b="1" lang="en-US" sz="2400"/>
              <a:t>PreOrder</a:t>
            </a:r>
            <a:r>
              <a:rPr lang="en-US" sz="2400"/>
              <a:t>: in this method you can print trees starting by the parent node, then the left child and then the right child. From top to bottom. N-L-R</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a:t>
            </a:r>
            <a:r>
              <a:rPr b="1" lang="en-US" sz="2400"/>
              <a:t>InOrder</a:t>
            </a:r>
            <a:r>
              <a:rPr lang="en-US" sz="2400"/>
              <a:t>: in this method you can print trees starting by the left child, then the parent node and then the right child. From bottom to top. L-N-R</a:t>
            </a:r>
            <a:endParaRPr sz="2400"/>
          </a:p>
          <a:p>
            <a:pPr indent="-109728" lvl="0" marL="109728" rtl="0" algn="l">
              <a:lnSpc>
                <a:spcPct val="100000"/>
              </a:lnSpc>
              <a:spcBef>
                <a:spcPts val="1560"/>
              </a:spcBef>
              <a:spcAft>
                <a:spcPts val="0"/>
              </a:spcAft>
              <a:buClr>
                <a:srgbClr val="262626"/>
              </a:buClr>
              <a:buSzPts val="2400"/>
              <a:buFont typeface="Noto Sans Symbols"/>
              <a:buChar char="✔"/>
            </a:pPr>
            <a:r>
              <a:rPr lang="en-US" sz="2400"/>
              <a:t> </a:t>
            </a:r>
            <a:r>
              <a:rPr b="1" lang="en-US" sz="2400"/>
              <a:t>PosOrder</a:t>
            </a:r>
            <a:r>
              <a:rPr lang="en-US" sz="2400"/>
              <a:t>: in this method you can print trees starting by the left child, then the right child and then the parent node. From bottom to top. L-R-N</a:t>
            </a:r>
            <a:endParaRPr sz="2400"/>
          </a:p>
        </p:txBody>
      </p:sp>
      <p:pic>
        <p:nvPicPr>
          <p:cNvPr id="167" name="Google Shape;167;p12"/>
          <p:cNvPicPr preferRelativeResize="0"/>
          <p:nvPr/>
        </p:nvPicPr>
        <p:blipFill rotWithShape="1">
          <a:blip r:embed="rId3">
            <a:alphaModFix/>
          </a:blip>
          <a:srcRect b="0" l="0" r="0" t="0"/>
          <a:stretch/>
        </p:blipFill>
        <p:spPr>
          <a:xfrm>
            <a:off x="9268179" y="2135931"/>
            <a:ext cx="3905956" cy="49663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173" name="Google Shape;173;p13"/>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400"/>
              <a:buFont typeface="Noto Sans Symbols"/>
              <a:buChar char="✔"/>
            </a:pPr>
            <a:r>
              <a:rPr lang="en-US" sz="2400"/>
              <a:t> </a:t>
            </a:r>
            <a:r>
              <a:rPr b="1" lang="en-US" sz="2400"/>
              <a:t>PreOrder</a:t>
            </a:r>
            <a:r>
              <a:rPr lang="en-US" sz="2400"/>
              <a:t>: in this method you can print trees starting by the parent node, then the left child and then the right child. From top to bottom. N-L-R</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a:t>
            </a:r>
            <a:r>
              <a:rPr b="1" lang="en-US" sz="2400"/>
              <a:t>InOrder</a:t>
            </a:r>
            <a:r>
              <a:rPr lang="en-US" sz="2400"/>
              <a:t>: in this method you can print trees starting by the left child, then the parent node and then the right child. From bottom to top. L-N-R</a:t>
            </a:r>
            <a:endParaRPr sz="2400"/>
          </a:p>
          <a:p>
            <a:pPr indent="-109728" lvl="0" marL="109728" rtl="0" algn="l">
              <a:lnSpc>
                <a:spcPct val="100000"/>
              </a:lnSpc>
              <a:spcBef>
                <a:spcPts val="1560"/>
              </a:spcBef>
              <a:spcAft>
                <a:spcPts val="0"/>
              </a:spcAft>
              <a:buClr>
                <a:srgbClr val="262626"/>
              </a:buClr>
              <a:buSzPts val="2400"/>
              <a:buFont typeface="Noto Sans Symbols"/>
              <a:buChar char="✔"/>
            </a:pPr>
            <a:r>
              <a:rPr lang="en-US" sz="2400"/>
              <a:t> </a:t>
            </a:r>
            <a:r>
              <a:rPr b="1" lang="en-US" sz="2400"/>
              <a:t>PosOrder</a:t>
            </a:r>
            <a:r>
              <a:rPr lang="en-US" sz="2400"/>
              <a:t>: in this method you can print trees starting by the left child, then the right child and then the parent node. From bottom to top. L-R-N</a:t>
            </a:r>
            <a:endParaRPr sz="2400"/>
          </a:p>
        </p:txBody>
      </p:sp>
      <p:pic>
        <p:nvPicPr>
          <p:cNvPr id="174" name="Google Shape;174;p13"/>
          <p:cNvPicPr preferRelativeResize="0"/>
          <p:nvPr/>
        </p:nvPicPr>
        <p:blipFill rotWithShape="1">
          <a:blip r:embed="rId3">
            <a:alphaModFix/>
          </a:blip>
          <a:srcRect b="0" l="0" r="0" t="0"/>
          <a:stretch/>
        </p:blipFill>
        <p:spPr>
          <a:xfrm>
            <a:off x="9433963" y="1198285"/>
            <a:ext cx="3875638" cy="58330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4"/>
          <p:cNvSpPr txBox="1"/>
          <p:nvPr>
            <p:ph type="title"/>
          </p:nvPr>
        </p:nvSpPr>
        <p:spPr>
          <a:xfrm>
            <a:off x="788669" y="599439"/>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180" name="Google Shape;180;p14"/>
          <p:cNvSpPr txBox="1"/>
          <p:nvPr>
            <p:ph idx="1" type="body"/>
          </p:nvPr>
        </p:nvSpPr>
        <p:spPr>
          <a:xfrm>
            <a:off x="811986" y="2589277"/>
            <a:ext cx="7169257" cy="5200056"/>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400"/>
              <a:buFont typeface="Noto Sans Symbols"/>
              <a:buChar char="✔"/>
            </a:pPr>
            <a:r>
              <a:rPr lang="en-US" sz="2400"/>
              <a:t> </a:t>
            </a:r>
            <a:r>
              <a:rPr b="1" lang="en-US" sz="2400"/>
              <a:t>PreOrder</a:t>
            </a:r>
            <a:r>
              <a:rPr lang="en-US" sz="2400"/>
              <a:t>: in this method you can print trees starting by the parent node, then the left child and then the right child. From top to bottom. N-L-R</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a:t>
            </a:r>
            <a:r>
              <a:rPr b="1" lang="en-US" sz="2400"/>
              <a:t>InOrder</a:t>
            </a:r>
            <a:r>
              <a:rPr lang="en-US" sz="2400"/>
              <a:t>: in this method you can print trees starting by the left child, then the parent node and then the right child. From bottom to top. L-N-R</a:t>
            </a:r>
            <a:endParaRPr sz="2400"/>
          </a:p>
          <a:p>
            <a:pPr indent="-109728" lvl="0" marL="109728" rtl="0" algn="l">
              <a:lnSpc>
                <a:spcPct val="100000"/>
              </a:lnSpc>
              <a:spcBef>
                <a:spcPts val="1560"/>
              </a:spcBef>
              <a:spcAft>
                <a:spcPts val="0"/>
              </a:spcAft>
              <a:buClr>
                <a:srgbClr val="262626"/>
              </a:buClr>
              <a:buSzPts val="2400"/>
              <a:buFont typeface="Noto Sans Symbols"/>
              <a:buChar char="✔"/>
            </a:pPr>
            <a:r>
              <a:rPr lang="en-US" sz="2400"/>
              <a:t> </a:t>
            </a:r>
            <a:r>
              <a:rPr b="1" lang="en-US" sz="2400"/>
              <a:t>PostOrder</a:t>
            </a:r>
            <a:r>
              <a:rPr lang="en-US" sz="2400"/>
              <a:t>: in this method you can print trees starting by the left child, then the right child and then the parent node. From bottom to top. L-R-N</a:t>
            </a:r>
            <a:endParaRPr sz="2400"/>
          </a:p>
        </p:txBody>
      </p:sp>
      <p:pic>
        <p:nvPicPr>
          <p:cNvPr id="181" name="Google Shape;181;p14"/>
          <p:cNvPicPr preferRelativeResize="0"/>
          <p:nvPr/>
        </p:nvPicPr>
        <p:blipFill rotWithShape="1">
          <a:blip r:embed="rId3">
            <a:alphaModFix/>
          </a:blip>
          <a:srcRect b="0" l="0" r="0" t="0"/>
          <a:stretch/>
        </p:blipFill>
        <p:spPr>
          <a:xfrm>
            <a:off x="9002319" y="823493"/>
            <a:ext cx="4183103" cy="65826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540314" y="2970105"/>
            <a:ext cx="6188256" cy="1989838"/>
          </a:xfrm>
          <a:prstGeom prst="rect">
            <a:avLst/>
          </a:prstGeom>
          <a:noFill/>
          <a:ln>
            <a:noFill/>
          </a:ln>
        </p:spPr>
        <p:txBody>
          <a:bodyPr anchorCtr="0" anchor="ctr" bIns="45700" lIns="91425" spcFirstLastPara="1" rIns="91425" wrap="square" tIns="45700">
            <a:normAutofit/>
          </a:bodyPr>
          <a:lstStyle/>
          <a:p>
            <a:pPr indent="0" lvl="0" marL="0" rtl="0" algn="ctr">
              <a:lnSpc>
                <a:spcPct val="85000"/>
              </a:lnSpc>
              <a:spcBef>
                <a:spcPts val="0"/>
              </a:spcBef>
              <a:spcAft>
                <a:spcPts val="0"/>
              </a:spcAft>
              <a:buClr>
                <a:schemeClr val="accent1"/>
              </a:buClr>
              <a:buSzPts val="6400"/>
              <a:buFont typeface="Century Gothic"/>
              <a:buNone/>
            </a:pPr>
            <a:r>
              <a:rPr lang="en-US"/>
              <a:t>Binary Trees in React</a:t>
            </a:r>
            <a:endParaRPr/>
          </a:p>
        </p:txBody>
      </p:sp>
      <p:pic>
        <p:nvPicPr>
          <p:cNvPr id="187" name="Google Shape;187;p15"/>
          <p:cNvPicPr preferRelativeResize="0"/>
          <p:nvPr/>
        </p:nvPicPr>
        <p:blipFill rotWithShape="1">
          <a:blip r:embed="rId3">
            <a:alphaModFix/>
          </a:blip>
          <a:srcRect b="0" l="0" r="0" t="0"/>
          <a:stretch/>
        </p:blipFill>
        <p:spPr>
          <a:xfrm>
            <a:off x="6502277" y="1363117"/>
            <a:ext cx="7587810" cy="5703727"/>
          </a:xfrm>
          <a:prstGeom prst="rect">
            <a:avLst/>
          </a:prstGeom>
          <a:noFill/>
          <a:ln>
            <a:noFill/>
          </a:ln>
        </p:spPr>
      </p:pic>
      <p:sp>
        <p:nvSpPr>
          <p:cNvPr id="188" name="Google Shape;188;p15"/>
          <p:cNvSpPr txBox="1"/>
          <p:nvPr/>
        </p:nvSpPr>
        <p:spPr>
          <a:xfrm>
            <a:off x="6502277" y="863204"/>
            <a:ext cx="7315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/TeeNode.tsx</a:t>
            </a:r>
            <a:endParaRPr b="0" i="0" sz="1800" u="none" cap="none" strike="noStrike">
              <a:solidFill>
                <a:schemeClr val="dk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type="title"/>
          </p:nvPr>
        </p:nvSpPr>
        <p:spPr>
          <a:xfrm>
            <a:off x="700416" y="5873991"/>
            <a:ext cx="4893998"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in React</a:t>
            </a:r>
            <a:endParaRPr/>
          </a:p>
        </p:txBody>
      </p:sp>
      <p:pic>
        <p:nvPicPr>
          <p:cNvPr id="194" name="Google Shape;194;p16"/>
          <p:cNvPicPr preferRelativeResize="0"/>
          <p:nvPr/>
        </p:nvPicPr>
        <p:blipFill rotWithShape="1">
          <a:blip r:embed="rId3">
            <a:alphaModFix/>
          </a:blip>
          <a:srcRect b="0" l="0" r="0" t="0"/>
          <a:stretch/>
        </p:blipFill>
        <p:spPr>
          <a:xfrm>
            <a:off x="5746044" y="1615955"/>
            <a:ext cx="5127972" cy="6247874"/>
          </a:xfrm>
          <a:prstGeom prst="rect">
            <a:avLst/>
          </a:prstGeom>
          <a:noFill/>
          <a:ln>
            <a:noFill/>
          </a:ln>
        </p:spPr>
      </p:pic>
      <p:pic>
        <p:nvPicPr>
          <p:cNvPr id="195" name="Google Shape;195;p16"/>
          <p:cNvPicPr preferRelativeResize="0"/>
          <p:nvPr/>
        </p:nvPicPr>
        <p:blipFill rotWithShape="1">
          <a:blip r:embed="rId4">
            <a:alphaModFix/>
          </a:blip>
          <a:srcRect b="0" l="0" r="0" t="0"/>
          <a:stretch/>
        </p:blipFill>
        <p:spPr>
          <a:xfrm>
            <a:off x="11334044" y="1595199"/>
            <a:ext cx="2659113" cy="6268630"/>
          </a:xfrm>
          <a:prstGeom prst="rect">
            <a:avLst/>
          </a:prstGeom>
          <a:noFill/>
          <a:ln>
            <a:noFill/>
          </a:ln>
        </p:spPr>
      </p:pic>
      <p:pic>
        <p:nvPicPr>
          <p:cNvPr id="196" name="Google Shape;196;p16"/>
          <p:cNvPicPr preferRelativeResize="0"/>
          <p:nvPr/>
        </p:nvPicPr>
        <p:blipFill rotWithShape="1">
          <a:blip r:embed="rId5">
            <a:alphaModFix/>
          </a:blip>
          <a:srcRect b="0" l="0" r="0" t="0"/>
          <a:stretch/>
        </p:blipFill>
        <p:spPr>
          <a:xfrm>
            <a:off x="637243" y="1616963"/>
            <a:ext cx="4506506" cy="2843109"/>
          </a:xfrm>
          <a:prstGeom prst="rect">
            <a:avLst/>
          </a:prstGeom>
          <a:noFill/>
          <a:ln>
            <a:noFill/>
          </a:ln>
        </p:spPr>
      </p:pic>
      <p:sp>
        <p:nvSpPr>
          <p:cNvPr id="197" name="Google Shape;197;p16"/>
          <p:cNvSpPr txBox="1"/>
          <p:nvPr/>
        </p:nvSpPr>
        <p:spPr>
          <a:xfrm>
            <a:off x="5746044" y="1107912"/>
            <a:ext cx="7315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/BinaryTree.tsx</a:t>
            </a:r>
            <a:endParaRPr b="0" i="0" sz="1800" u="none" cap="none" strike="noStrike">
              <a:solidFill>
                <a:schemeClr val="dk1"/>
              </a:solidFill>
              <a:latin typeface="Century Gothic"/>
              <a:ea typeface="Century Gothic"/>
              <a:cs typeface="Century Gothic"/>
              <a:sym typeface="Century Gothic"/>
            </a:endParaRPr>
          </a:p>
        </p:txBody>
      </p:sp>
      <p:sp>
        <p:nvSpPr>
          <p:cNvPr id="198" name="Google Shape;198;p16"/>
          <p:cNvSpPr txBox="1"/>
          <p:nvPr/>
        </p:nvSpPr>
        <p:spPr>
          <a:xfrm>
            <a:off x="643971" y="1107912"/>
            <a:ext cx="73152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/App.tsx</a:t>
            </a:r>
            <a:endParaRPr b="0" i="0" sz="1800" u="none" cap="none" strike="noStrike">
              <a:solidFill>
                <a:schemeClr val="dk1"/>
              </a:solidFill>
              <a:latin typeface="Century Gothic"/>
              <a:ea typeface="Century Gothic"/>
              <a:cs typeface="Century Gothic"/>
              <a:sym typeface="Century Gothic"/>
            </a:endParaRPr>
          </a:p>
        </p:txBody>
      </p:sp>
      <p:sp>
        <p:nvSpPr>
          <p:cNvPr id="199" name="Google Shape;199;p16"/>
          <p:cNvSpPr txBox="1"/>
          <p:nvPr/>
        </p:nvSpPr>
        <p:spPr>
          <a:xfrm>
            <a:off x="11334044" y="1040269"/>
            <a:ext cx="265238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/data.js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ph type="title"/>
          </p:nvPr>
        </p:nvSpPr>
        <p:spPr>
          <a:xfrm>
            <a:off x="529024" y="3119881"/>
            <a:ext cx="7810017"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in React - CSS</a:t>
            </a:r>
            <a:endParaRPr/>
          </a:p>
        </p:txBody>
      </p:sp>
      <p:pic>
        <p:nvPicPr>
          <p:cNvPr id="205" name="Google Shape;205;p17"/>
          <p:cNvPicPr preferRelativeResize="0"/>
          <p:nvPr/>
        </p:nvPicPr>
        <p:blipFill rotWithShape="1">
          <a:blip r:embed="rId3">
            <a:alphaModFix/>
          </a:blip>
          <a:srcRect b="0" l="0" r="0" t="0"/>
          <a:stretch/>
        </p:blipFill>
        <p:spPr>
          <a:xfrm>
            <a:off x="6456507" y="413821"/>
            <a:ext cx="2981741" cy="7401958"/>
          </a:xfrm>
          <a:prstGeom prst="rect">
            <a:avLst/>
          </a:prstGeom>
          <a:noFill/>
          <a:ln>
            <a:noFill/>
          </a:ln>
        </p:spPr>
      </p:pic>
      <p:pic>
        <p:nvPicPr>
          <p:cNvPr id="206" name="Google Shape;206;p17"/>
          <p:cNvPicPr preferRelativeResize="0"/>
          <p:nvPr/>
        </p:nvPicPr>
        <p:blipFill rotWithShape="1">
          <a:blip r:embed="rId4">
            <a:alphaModFix/>
          </a:blip>
          <a:srcRect b="0" l="0" r="0" t="0"/>
          <a:stretch/>
        </p:blipFill>
        <p:spPr>
          <a:xfrm>
            <a:off x="10301255" y="413821"/>
            <a:ext cx="2991267" cy="52013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type="title"/>
          </p:nvPr>
        </p:nvSpPr>
        <p:spPr>
          <a:xfrm>
            <a:off x="788669" y="599439"/>
            <a:ext cx="12927330" cy="1989838"/>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000"/>
              <a:buFont typeface="Century Gothic"/>
              <a:buNone/>
            </a:pPr>
            <a:r>
              <a:rPr lang="en-US" sz="6000"/>
              <a:t>CHALLENGE 08</a:t>
            </a:r>
            <a:endParaRPr sz="6000"/>
          </a:p>
        </p:txBody>
      </p:sp>
      <p:sp>
        <p:nvSpPr>
          <p:cNvPr id="212" name="Google Shape;212;p18"/>
          <p:cNvSpPr txBox="1"/>
          <p:nvPr>
            <p:ph idx="1" type="body"/>
          </p:nvPr>
        </p:nvSpPr>
        <p:spPr>
          <a:xfrm>
            <a:off x="811988" y="2414017"/>
            <a:ext cx="5432948" cy="4519422"/>
          </a:xfrm>
          <a:prstGeom prst="rect">
            <a:avLst/>
          </a:prstGeom>
          <a:noFill/>
          <a:ln>
            <a:noFill/>
          </a:ln>
        </p:spPr>
        <p:txBody>
          <a:bodyPr anchorCtr="0" anchor="t" bIns="45700" lIns="91425" spcFirstLastPara="1" rIns="91425" wrap="square" tIns="45700">
            <a:normAutofit fontScale="92500" lnSpcReduction="20000"/>
          </a:bodyPr>
          <a:lstStyle/>
          <a:p>
            <a:pPr indent="-514350" lvl="0" marL="514350" rtl="0" algn="l">
              <a:lnSpc>
                <a:spcPct val="100000"/>
              </a:lnSpc>
              <a:spcBef>
                <a:spcPts val="0"/>
              </a:spcBef>
              <a:spcAft>
                <a:spcPts val="0"/>
              </a:spcAft>
              <a:buClr>
                <a:srgbClr val="262626"/>
              </a:buClr>
              <a:buSzPct val="100000"/>
              <a:buFont typeface="Century Gothic"/>
              <a:buAutoNum type="arabicPeriod"/>
            </a:pPr>
            <a:r>
              <a:rPr lang="en-US" sz="2000"/>
              <a:t>Insert a series of numbers in a new tree and print it into inorder – postorder – preorder by console.</a:t>
            </a:r>
            <a:endParaRPr sz="2000"/>
          </a:p>
          <a:p>
            <a:pPr indent="-514350" lvl="0" marL="514350" rtl="0" algn="l">
              <a:lnSpc>
                <a:spcPct val="100000"/>
              </a:lnSpc>
              <a:spcBef>
                <a:spcPts val="1560"/>
              </a:spcBef>
              <a:spcAft>
                <a:spcPts val="0"/>
              </a:spcAft>
              <a:buClr>
                <a:srgbClr val="262626"/>
              </a:buClr>
              <a:buSzPct val="100000"/>
              <a:buFont typeface="Century Gothic"/>
              <a:buAutoNum type="arabicPeriod"/>
            </a:pPr>
            <a:r>
              <a:rPr lang="en-US" sz="2000"/>
              <a:t>Write a function to check if a value is in the tree.</a:t>
            </a:r>
            <a:endParaRPr/>
          </a:p>
          <a:p>
            <a:pPr indent="-514350" lvl="0" marL="514350" rtl="0" algn="l">
              <a:lnSpc>
                <a:spcPct val="100000"/>
              </a:lnSpc>
              <a:spcBef>
                <a:spcPts val="1560"/>
              </a:spcBef>
              <a:spcAft>
                <a:spcPts val="0"/>
              </a:spcAft>
              <a:buClr>
                <a:srgbClr val="262626"/>
              </a:buClr>
              <a:buSzPct val="100000"/>
              <a:buFont typeface="Century Gothic"/>
              <a:buAutoNum type="arabicPeriod"/>
            </a:pPr>
            <a:r>
              <a:rPr lang="en-US" sz="2000"/>
              <a:t>Install and use react-d3-tree to show the above tree, keep in mind the library’s structure.</a:t>
            </a:r>
            <a:endParaRPr/>
          </a:p>
          <a:p>
            <a:pPr indent="0" lvl="0" marL="0" rtl="0" algn="l">
              <a:lnSpc>
                <a:spcPct val="100000"/>
              </a:lnSpc>
              <a:spcBef>
                <a:spcPts val="1560"/>
              </a:spcBef>
              <a:spcAft>
                <a:spcPts val="0"/>
              </a:spcAft>
              <a:buClr>
                <a:srgbClr val="262626"/>
              </a:buClr>
              <a:buSzPct val="100000"/>
              <a:buNone/>
            </a:pPr>
            <a:r>
              <a:rPr lang="en-US" sz="2000"/>
              <a:t>npm install react-d3-tree</a:t>
            </a:r>
            <a:endParaRPr sz="2000"/>
          </a:p>
          <a:p>
            <a:pPr indent="0" lvl="0" marL="0" rtl="0" algn="l">
              <a:lnSpc>
                <a:spcPct val="100000"/>
              </a:lnSpc>
              <a:spcBef>
                <a:spcPts val="1560"/>
              </a:spcBef>
              <a:spcAft>
                <a:spcPts val="0"/>
              </a:spcAft>
              <a:buClr>
                <a:srgbClr val="262626"/>
              </a:buClr>
              <a:buSzPct val="100000"/>
              <a:buNone/>
            </a:pPr>
            <a:r>
              <a:rPr lang="en-US" sz="2000"/>
              <a:t>https://github.com/bkrem/react-d3-tree</a:t>
            </a:r>
            <a:endParaRPr/>
          </a:p>
          <a:p>
            <a:pPr indent="-396875" lvl="0" marL="514350" rtl="0" algn="l">
              <a:lnSpc>
                <a:spcPct val="100000"/>
              </a:lnSpc>
              <a:spcBef>
                <a:spcPts val="1560"/>
              </a:spcBef>
              <a:spcAft>
                <a:spcPts val="0"/>
              </a:spcAft>
              <a:buClr>
                <a:srgbClr val="262626"/>
              </a:buClr>
              <a:buSzPct val="100000"/>
              <a:buFont typeface="Century Gothic"/>
              <a:buNone/>
            </a:pPr>
            <a:r>
              <a:t/>
            </a:r>
            <a:endParaRPr sz="2000"/>
          </a:p>
          <a:p>
            <a:pPr indent="0" lvl="0" marL="0" rtl="0" algn="l">
              <a:lnSpc>
                <a:spcPct val="100000"/>
              </a:lnSpc>
              <a:spcBef>
                <a:spcPts val="1560"/>
              </a:spcBef>
              <a:spcAft>
                <a:spcPts val="0"/>
              </a:spcAft>
              <a:buClr>
                <a:srgbClr val="262626"/>
              </a:buClr>
              <a:buSzPct val="100000"/>
              <a:buNone/>
            </a:pPr>
            <a:r>
              <a:rPr lang="en-US" sz="2000"/>
              <a:t>Visually you can check how the tree is structured using a tool like </a:t>
            </a:r>
            <a:r>
              <a:rPr lang="en-US" sz="2000" u="sng"/>
              <a:t>visualgo.net</a:t>
            </a:r>
            <a:endParaRPr/>
          </a:p>
          <a:p>
            <a:pPr indent="0" lvl="0" marL="0" rtl="0" algn="l">
              <a:lnSpc>
                <a:spcPct val="100000"/>
              </a:lnSpc>
              <a:spcBef>
                <a:spcPts val="1560"/>
              </a:spcBef>
              <a:spcAft>
                <a:spcPts val="0"/>
              </a:spcAft>
              <a:buClr>
                <a:srgbClr val="262626"/>
              </a:buClr>
              <a:buSzPct val="100000"/>
              <a:buNone/>
            </a:pPr>
            <a:r>
              <a:t/>
            </a:r>
            <a:endParaRPr sz="2000"/>
          </a:p>
        </p:txBody>
      </p:sp>
      <p:pic>
        <p:nvPicPr>
          <p:cNvPr id="213" name="Google Shape;213;p18"/>
          <p:cNvPicPr preferRelativeResize="0"/>
          <p:nvPr/>
        </p:nvPicPr>
        <p:blipFill rotWithShape="1">
          <a:blip r:embed="rId3">
            <a:alphaModFix/>
          </a:blip>
          <a:srcRect b="0" l="0" r="0" t="0"/>
          <a:stretch/>
        </p:blipFill>
        <p:spPr>
          <a:xfrm>
            <a:off x="6419841" y="1"/>
            <a:ext cx="8210560" cy="8229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N-ary Tree" id="218" name="Google Shape;218;g396ff20fcfc_0_117"/>
          <p:cNvPicPr preferRelativeResize="0"/>
          <p:nvPr/>
        </p:nvPicPr>
        <p:blipFill rotWithShape="1">
          <a:blip r:embed="rId3">
            <a:alphaModFix/>
          </a:blip>
          <a:srcRect b="0" l="0" r="0" t="0"/>
          <a:stretch/>
        </p:blipFill>
        <p:spPr>
          <a:xfrm>
            <a:off x="7069456" y="2589277"/>
            <a:ext cx="6772275" cy="4676775"/>
          </a:xfrm>
          <a:prstGeom prst="rect">
            <a:avLst/>
          </a:prstGeom>
          <a:noFill/>
          <a:ln>
            <a:noFill/>
          </a:ln>
        </p:spPr>
      </p:pic>
      <p:sp>
        <p:nvSpPr>
          <p:cNvPr id="219" name="Google Shape;219;g396ff20fcfc_0_117"/>
          <p:cNvSpPr txBox="1"/>
          <p:nvPr>
            <p:ph type="title"/>
          </p:nvPr>
        </p:nvSpPr>
        <p:spPr>
          <a:xfrm>
            <a:off x="788669" y="599439"/>
            <a:ext cx="12927300" cy="19899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600"/>
              <a:buFont typeface="Century Gothic"/>
              <a:buNone/>
            </a:pPr>
            <a:r>
              <a:rPr lang="en-US" sz="6600"/>
              <a:t>N-ary Trees</a:t>
            </a:r>
            <a:endParaRPr/>
          </a:p>
        </p:txBody>
      </p:sp>
      <p:sp>
        <p:nvSpPr>
          <p:cNvPr id="220" name="Google Shape;220;g396ff20fcfc_0_117"/>
          <p:cNvSpPr txBox="1"/>
          <p:nvPr>
            <p:ph idx="1" type="body"/>
          </p:nvPr>
        </p:nvSpPr>
        <p:spPr>
          <a:xfrm>
            <a:off x="811986" y="2397761"/>
            <a:ext cx="7564500" cy="4520700"/>
          </a:xfrm>
          <a:prstGeom prst="rect">
            <a:avLst/>
          </a:prstGeom>
          <a:noFill/>
          <a:ln>
            <a:noFill/>
          </a:ln>
        </p:spPr>
        <p:txBody>
          <a:bodyPr anchorCtr="0" anchor="t" bIns="45700" lIns="91425" spcFirstLastPara="1" rIns="91425" wrap="square" tIns="45700">
            <a:normAutofit/>
          </a:bodyPr>
          <a:lstStyle/>
          <a:p>
            <a:pPr indent="-109728" lvl="0" marL="109728" rtl="0" algn="l">
              <a:lnSpc>
                <a:spcPct val="100000"/>
              </a:lnSpc>
              <a:spcBef>
                <a:spcPts val="0"/>
              </a:spcBef>
              <a:spcAft>
                <a:spcPts val="0"/>
              </a:spcAft>
              <a:buClr>
                <a:srgbClr val="262626"/>
              </a:buClr>
              <a:buSzPts val="2400"/>
              <a:buChar char=" "/>
            </a:pPr>
            <a:r>
              <a:rPr lang="en-US" sz="2400"/>
              <a:t>They have a root from which all nodes branch.</a:t>
            </a:r>
            <a:endParaRPr/>
          </a:p>
          <a:p>
            <a:pPr indent="-109728" lvl="0" marL="109728" rtl="0" algn="l">
              <a:lnSpc>
                <a:spcPct val="100000"/>
              </a:lnSpc>
              <a:spcBef>
                <a:spcPts val="1560"/>
              </a:spcBef>
              <a:spcAft>
                <a:spcPts val="0"/>
              </a:spcAft>
              <a:buClr>
                <a:srgbClr val="262626"/>
              </a:buClr>
              <a:buSzPts val="2400"/>
              <a:buChar char=" "/>
            </a:pPr>
            <a:r>
              <a:rPr lang="en-US" sz="2400"/>
              <a:t>They are used to represent complex hierarchical structures such as:</a:t>
            </a:r>
            <a:endParaRPr/>
          </a:p>
          <a:p>
            <a:pPr indent="-411480" lvl="1" marL="416966" rtl="0" algn="l">
              <a:lnSpc>
                <a:spcPct val="100000"/>
              </a:lnSpc>
              <a:spcBef>
                <a:spcPts val="720"/>
              </a:spcBef>
              <a:spcAft>
                <a:spcPts val="0"/>
              </a:spcAft>
              <a:buClr>
                <a:srgbClr val="262626"/>
              </a:buClr>
              <a:buSzPts val="1920"/>
              <a:buFont typeface="Noto Sans Symbols"/>
              <a:buChar char="✔"/>
            </a:pPr>
            <a:r>
              <a:rPr lang="en-US" sz="1920"/>
              <a:t>Operating system file tree.</a:t>
            </a:r>
            <a:endParaRPr/>
          </a:p>
          <a:p>
            <a:pPr indent="-411480" lvl="1" marL="416966" rtl="0" algn="l">
              <a:lnSpc>
                <a:spcPct val="100000"/>
              </a:lnSpc>
              <a:spcBef>
                <a:spcPts val="720"/>
              </a:spcBef>
              <a:spcAft>
                <a:spcPts val="0"/>
              </a:spcAft>
              <a:buClr>
                <a:srgbClr val="262626"/>
              </a:buClr>
              <a:buSzPts val="1920"/>
              <a:buFont typeface="Noto Sans Symbols"/>
              <a:buChar char="✔"/>
            </a:pPr>
            <a:r>
              <a:rPr lang="en-US" sz="1920"/>
              <a:t>Menu or category structure.</a:t>
            </a:r>
            <a:endParaRPr/>
          </a:p>
          <a:p>
            <a:pPr indent="-411480" lvl="1" marL="416966" rtl="0" algn="l">
              <a:lnSpc>
                <a:spcPct val="100000"/>
              </a:lnSpc>
              <a:spcBef>
                <a:spcPts val="720"/>
              </a:spcBef>
              <a:spcAft>
                <a:spcPts val="0"/>
              </a:spcAft>
              <a:buClr>
                <a:srgbClr val="262626"/>
              </a:buClr>
              <a:buSzPts val="1920"/>
              <a:buFont typeface="Noto Sans Symbols"/>
              <a:buChar char="✔"/>
            </a:pPr>
            <a:r>
              <a:rPr lang="en-US" sz="1920"/>
              <a:t>Family trees.</a:t>
            </a:r>
            <a:endParaRPr/>
          </a:p>
          <a:p>
            <a:pPr indent="-411480" lvl="1" marL="416966" rtl="0" algn="l">
              <a:lnSpc>
                <a:spcPct val="100000"/>
              </a:lnSpc>
              <a:spcBef>
                <a:spcPts val="720"/>
              </a:spcBef>
              <a:spcAft>
                <a:spcPts val="0"/>
              </a:spcAft>
              <a:buClr>
                <a:srgbClr val="262626"/>
              </a:buClr>
              <a:buSzPts val="1920"/>
              <a:buFont typeface="Noto Sans Symbols"/>
              <a:buChar char="✔"/>
            </a:pPr>
            <a:r>
              <a:rPr lang="en-US" sz="1920"/>
              <a:t>DOM (Document Object Model) in HTML.</a:t>
            </a:r>
            <a:endParaRPr sz="192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96ff20fcfc_0_123"/>
          <p:cNvSpPr txBox="1"/>
          <p:nvPr>
            <p:ph type="title"/>
          </p:nvPr>
        </p:nvSpPr>
        <p:spPr>
          <a:xfrm>
            <a:off x="788669" y="599439"/>
            <a:ext cx="7809900" cy="19899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How to implement n-ary trees?</a:t>
            </a:r>
            <a:endParaRPr/>
          </a:p>
        </p:txBody>
      </p:sp>
      <p:sp>
        <p:nvSpPr>
          <p:cNvPr id="226" name="Google Shape;226;g396ff20fcfc_0_123"/>
          <p:cNvSpPr txBox="1"/>
          <p:nvPr>
            <p:ph idx="1" type="body"/>
          </p:nvPr>
        </p:nvSpPr>
        <p:spPr>
          <a:xfrm>
            <a:off x="811986" y="2589277"/>
            <a:ext cx="6774000" cy="5200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lang="en-US" sz="2400"/>
              <a:t>You should create a Node Class with a value and a children reference.</a:t>
            </a:r>
            <a:endParaRPr/>
          </a:p>
          <a:p>
            <a:pPr indent="0" lvl="0" marL="0" rtl="0" algn="l">
              <a:lnSpc>
                <a:spcPct val="100000"/>
              </a:lnSpc>
              <a:spcBef>
                <a:spcPts val="1560"/>
              </a:spcBef>
              <a:spcAft>
                <a:spcPts val="0"/>
              </a:spcAft>
              <a:buClr>
                <a:srgbClr val="262626"/>
              </a:buClr>
              <a:buSzPts val="2400"/>
              <a:buNone/>
            </a:pPr>
            <a:r>
              <a:t/>
            </a:r>
            <a:endParaRPr sz="2400"/>
          </a:p>
          <a:p>
            <a:pPr indent="0" lvl="0" marL="0" rtl="0" algn="l">
              <a:lnSpc>
                <a:spcPct val="100000"/>
              </a:lnSpc>
              <a:spcBef>
                <a:spcPts val="1560"/>
              </a:spcBef>
              <a:spcAft>
                <a:spcPts val="0"/>
              </a:spcAft>
              <a:buClr>
                <a:srgbClr val="262626"/>
              </a:buClr>
              <a:buSzPts val="2400"/>
              <a:buNone/>
            </a:pPr>
            <a:r>
              <a:rPr lang="en-US" sz="2400"/>
              <a:t>You can also add an addChild method, to add a node to a parent node.</a:t>
            </a:r>
            <a:endParaRPr sz="2400"/>
          </a:p>
        </p:txBody>
      </p:sp>
      <p:pic>
        <p:nvPicPr>
          <p:cNvPr id="227" name="Google Shape;227;g396ff20fcfc_0_123"/>
          <p:cNvPicPr preferRelativeResize="0"/>
          <p:nvPr/>
        </p:nvPicPr>
        <p:blipFill rotWithShape="1">
          <a:blip r:embed="rId3">
            <a:alphaModFix/>
          </a:blip>
          <a:srcRect b="0" l="0" r="0" t="0"/>
          <a:stretch/>
        </p:blipFill>
        <p:spPr>
          <a:xfrm>
            <a:off x="8940800" y="3003699"/>
            <a:ext cx="3777673" cy="368981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96ff20fcfc_0_129"/>
          <p:cNvSpPr txBox="1"/>
          <p:nvPr>
            <p:ph type="title"/>
          </p:nvPr>
        </p:nvSpPr>
        <p:spPr>
          <a:xfrm>
            <a:off x="788669" y="599439"/>
            <a:ext cx="7809900" cy="19899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233" name="Google Shape;233;g396ff20fcfc_0_129"/>
          <p:cNvSpPr txBox="1"/>
          <p:nvPr>
            <p:ph idx="1" type="body"/>
          </p:nvPr>
        </p:nvSpPr>
        <p:spPr>
          <a:xfrm>
            <a:off x="811986" y="2589277"/>
            <a:ext cx="7169400" cy="5200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b="1" lang="en-US" sz="2400"/>
              <a:t>Printing Trees</a:t>
            </a:r>
            <a:endParaRPr/>
          </a:p>
          <a:p>
            <a:pPr indent="0" lvl="0" marL="0" rtl="0" algn="l">
              <a:lnSpc>
                <a:spcPct val="100000"/>
              </a:lnSpc>
              <a:spcBef>
                <a:spcPts val="1560"/>
              </a:spcBef>
              <a:spcAft>
                <a:spcPts val="0"/>
              </a:spcAft>
              <a:buClr>
                <a:srgbClr val="262626"/>
              </a:buClr>
              <a:buSzPts val="2400"/>
              <a:buNone/>
            </a:pPr>
            <a:r>
              <a:rPr lang="en-US" sz="2400"/>
              <a:t>You can print trees by 2 different ways:</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DFS (Depth-First Search)</a:t>
            </a:r>
            <a:endParaRPr/>
          </a:p>
          <a:p>
            <a:pPr indent="-109728" lvl="0" marL="109728" rtl="0" algn="l">
              <a:lnSpc>
                <a:spcPct val="100000"/>
              </a:lnSpc>
              <a:spcBef>
                <a:spcPts val="1560"/>
              </a:spcBef>
              <a:spcAft>
                <a:spcPts val="0"/>
              </a:spcAft>
              <a:buClr>
                <a:srgbClr val="262626"/>
              </a:buClr>
              <a:buSzPts val="2400"/>
              <a:buFont typeface="Noto Sans Symbols"/>
              <a:buChar char="✔"/>
            </a:pPr>
            <a:r>
              <a:rPr lang="en-US" sz="2400"/>
              <a:t> BFS (Breadth-First Search)</a:t>
            </a:r>
            <a:endParaRPr/>
          </a:p>
          <a:p>
            <a:pPr indent="0" lvl="0" marL="0" rtl="0" algn="l">
              <a:lnSpc>
                <a:spcPct val="100000"/>
              </a:lnSpc>
              <a:spcBef>
                <a:spcPts val="1560"/>
              </a:spcBef>
              <a:spcAft>
                <a:spcPts val="0"/>
              </a:spcAft>
              <a:buClr>
                <a:srgbClr val="262626"/>
              </a:buClr>
              <a:buSzPts val="2400"/>
              <a:buNone/>
            </a:pPr>
            <a:r>
              <a:t/>
            </a:r>
            <a:endParaRPr sz="2400"/>
          </a:p>
          <a:p>
            <a:pPr indent="0" lvl="0" marL="0" rtl="0" algn="l">
              <a:lnSpc>
                <a:spcPct val="100000"/>
              </a:lnSpc>
              <a:spcBef>
                <a:spcPts val="1560"/>
              </a:spcBef>
              <a:spcAft>
                <a:spcPts val="0"/>
              </a:spcAft>
              <a:buClr>
                <a:srgbClr val="262626"/>
              </a:buClr>
              <a:buSzPts val="2400"/>
              <a:buNone/>
            </a:pPr>
            <a:r>
              <a:rPr lang="en-US" sz="2400"/>
              <a:t>These are usually recursive methods</a:t>
            </a:r>
            <a:endParaRPr sz="2400"/>
          </a:p>
        </p:txBody>
      </p:sp>
      <p:pic>
        <p:nvPicPr>
          <p:cNvPr descr="N-ary Tree" id="234" name="Google Shape;234;g396ff20fcfc_0_129"/>
          <p:cNvPicPr preferRelativeResize="0"/>
          <p:nvPr/>
        </p:nvPicPr>
        <p:blipFill rotWithShape="1">
          <a:blip r:embed="rId3">
            <a:alphaModFix/>
          </a:blip>
          <a:srcRect b="0" l="0" r="0" t="0"/>
          <a:stretch/>
        </p:blipFill>
        <p:spPr>
          <a:xfrm>
            <a:off x="7069456" y="2589277"/>
            <a:ext cx="6772275" cy="46767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96ff20fcfc_0_135"/>
          <p:cNvSpPr txBox="1"/>
          <p:nvPr>
            <p:ph type="title"/>
          </p:nvPr>
        </p:nvSpPr>
        <p:spPr>
          <a:xfrm>
            <a:off x="788669" y="599439"/>
            <a:ext cx="7809900" cy="19899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240" name="Google Shape;240;g396ff20fcfc_0_135"/>
          <p:cNvSpPr txBox="1"/>
          <p:nvPr>
            <p:ph idx="1" type="body"/>
          </p:nvPr>
        </p:nvSpPr>
        <p:spPr>
          <a:xfrm>
            <a:off x="811986" y="2589277"/>
            <a:ext cx="7169400" cy="5200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b="1" lang="en-US" sz="2400"/>
              <a:t>Printing Trees</a:t>
            </a:r>
            <a:endParaRPr/>
          </a:p>
          <a:p>
            <a:pPr indent="0" lvl="0" marL="0" rtl="0" algn="l">
              <a:lnSpc>
                <a:spcPct val="100000"/>
              </a:lnSpc>
              <a:spcBef>
                <a:spcPts val="1560"/>
              </a:spcBef>
              <a:spcAft>
                <a:spcPts val="0"/>
              </a:spcAft>
              <a:buClr>
                <a:srgbClr val="262626"/>
              </a:buClr>
              <a:buSzPts val="2400"/>
              <a:buNone/>
            </a:pPr>
            <a:r>
              <a:rPr lang="en-US" sz="2400"/>
              <a:t>DFS (Depth-First Search):</a:t>
            </a:r>
            <a:endParaRPr/>
          </a:p>
          <a:p>
            <a:pPr indent="0" lvl="0" marL="0" rtl="0" algn="l">
              <a:lnSpc>
                <a:spcPct val="100000"/>
              </a:lnSpc>
              <a:spcBef>
                <a:spcPts val="1560"/>
              </a:spcBef>
              <a:spcAft>
                <a:spcPts val="0"/>
              </a:spcAft>
              <a:buClr>
                <a:srgbClr val="262626"/>
              </a:buClr>
              <a:buSzPts val="2400"/>
              <a:buNone/>
            </a:pPr>
            <a:r>
              <a:rPr lang="en-US" sz="2400"/>
              <a:t>Print as deep into a tree as possible along a branch, before backing off and continuing with the others.</a:t>
            </a:r>
            <a:endParaRPr/>
          </a:p>
        </p:txBody>
      </p:sp>
      <p:pic>
        <p:nvPicPr>
          <p:cNvPr id="241" name="Google Shape;241;g396ff20fcfc_0_135"/>
          <p:cNvPicPr preferRelativeResize="0"/>
          <p:nvPr/>
        </p:nvPicPr>
        <p:blipFill rotWithShape="1">
          <a:blip r:embed="rId3">
            <a:alphaModFix/>
          </a:blip>
          <a:srcRect b="0" l="0" r="0" t="0"/>
          <a:stretch/>
        </p:blipFill>
        <p:spPr>
          <a:xfrm>
            <a:off x="889115" y="5189305"/>
            <a:ext cx="4632850" cy="2343256"/>
          </a:xfrm>
          <a:prstGeom prst="rect">
            <a:avLst/>
          </a:prstGeom>
          <a:noFill/>
          <a:ln>
            <a:noFill/>
          </a:ln>
        </p:spPr>
      </p:pic>
      <p:pic>
        <p:nvPicPr>
          <p:cNvPr descr="N-ary Tree" id="242" name="Google Shape;242;g396ff20fcfc_0_135"/>
          <p:cNvPicPr preferRelativeResize="0"/>
          <p:nvPr/>
        </p:nvPicPr>
        <p:blipFill rotWithShape="1">
          <a:blip r:embed="rId4">
            <a:alphaModFix/>
          </a:blip>
          <a:srcRect b="0" l="0" r="0" t="0"/>
          <a:stretch/>
        </p:blipFill>
        <p:spPr>
          <a:xfrm>
            <a:off x="6969010" y="2088139"/>
            <a:ext cx="6772275" cy="4676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96ff20fcfc_0_142"/>
          <p:cNvSpPr txBox="1"/>
          <p:nvPr>
            <p:ph type="title"/>
          </p:nvPr>
        </p:nvSpPr>
        <p:spPr>
          <a:xfrm>
            <a:off x="788669" y="599439"/>
            <a:ext cx="7809900" cy="19899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400"/>
              <a:buFont typeface="Century Gothic"/>
              <a:buNone/>
            </a:pPr>
            <a:r>
              <a:rPr lang="en-US"/>
              <a:t>Binary Trees Methods</a:t>
            </a:r>
            <a:endParaRPr/>
          </a:p>
        </p:txBody>
      </p:sp>
      <p:sp>
        <p:nvSpPr>
          <p:cNvPr id="248" name="Google Shape;248;g396ff20fcfc_0_142"/>
          <p:cNvSpPr txBox="1"/>
          <p:nvPr>
            <p:ph idx="1" type="body"/>
          </p:nvPr>
        </p:nvSpPr>
        <p:spPr>
          <a:xfrm>
            <a:off x="811986" y="2589277"/>
            <a:ext cx="7169400" cy="5200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2400"/>
              <a:buNone/>
            </a:pPr>
            <a:r>
              <a:rPr b="1" lang="en-US" sz="2400"/>
              <a:t>Printing Trees</a:t>
            </a:r>
            <a:endParaRPr/>
          </a:p>
          <a:p>
            <a:pPr indent="0" lvl="0" marL="0" rtl="0" algn="l">
              <a:lnSpc>
                <a:spcPct val="100000"/>
              </a:lnSpc>
              <a:spcBef>
                <a:spcPts val="1560"/>
              </a:spcBef>
              <a:spcAft>
                <a:spcPts val="0"/>
              </a:spcAft>
              <a:buClr>
                <a:srgbClr val="262626"/>
              </a:buClr>
              <a:buSzPts val="2400"/>
              <a:buNone/>
            </a:pPr>
            <a:r>
              <a:rPr lang="en-US" sz="2400"/>
              <a:t>BFS (Breadth-First Search)</a:t>
            </a:r>
            <a:endParaRPr/>
          </a:p>
          <a:p>
            <a:pPr indent="0" lvl="0" marL="0" rtl="0" algn="l">
              <a:lnSpc>
                <a:spcPct val="100000"/>
              </a:lnSpc>
              <a:spcBef>
                <a:spcPts val="1560"/>
              </a:spcBef>
              <a:spcAft>
                <a:spcPts val="0"/>
              </a:spcAft>
              <a:buClr>
                <a:srgbClr val="262626"/>
              </a:buClr>
              <a:buSzPts val="2400"/>
              <a:buNone/>
            </a:pPr>
            <a:r>
              <a:rPr lang="en-US" sz="2400"/>
              <a:t>Print a tree level by level, from left to right, before moving to the next level.</a:t>
            </a:r>
            <a:endParaRPr/>
          </a:p>
          <a:p>
            <a:pPr indent="0" lvl="0" marL="0" rtl="0" algn="l">
              <a:lnSpc>
                <a:spcPct val="100000"/>
              </a:lnSpc>
              <a:spcBef>
                <a:spcPts val="1560"/>
              </a:spcBef>
              <a:spcAft>
                <a:spcPts val="0"/>
              </a:spcAft>
              <a:buClr>
                <a:srgbClr val="262626"/>
              </a:buClr>
              <a:buSzPts val="2400"/>
              <a:buNone/>
            </a:pPr>
            <a:r>
              <a:t/>
            </a:r>
            <a:endParaRPr sz="2400"/>
          </a:p>
        </p:txBody>
      </p:sp>
      <p:pic>
        <p:nvPicPr>
          <p:cNvPr descr="N-ary Tree" id="249" name="Google Shape;249;g396ff20fcfc_0_142"/>
          <p:cNvPicPr preferRelativeResize="0"/>
          <p:nvPr/>
        </p:nvPicPr>
        <p:blipFill rotWithShape="1">
          <a:blip r:embed="rId3">
            <a:alphaModFix/>
          </a:blip>
          <a:srcRect b="0" l="0" r="0" t="0"/>
          <a:stretch/>
        </p:blipFill>
        <p:spPr>
          <a:xfrm>
            <a:off x="6969010" y="1990947"/>
            <a:ext cx="6772275" cy="4676775"/>
          </a:xfrm>
          <a:prstGeom prst="rect">
            <a:avLst/>
          </a:prstGeom>
          <a:noFill/>
          <a:ln>
            <a:noFill/>
          </a:ln>
        </p:spPr>
      </p:pic>
      <p:pic>
        <p:nvPicPr>
          <p:cNvPr id="250" name="Google Shape;250;g396ff20fcfc_0_142"/>
          <p:cNvPicPr preferRelativeResize="0"/>
          <p:nvPr/>
        </p:nvPicPr>
        <p:blipFill rotWithShape="1">
          <a:blip r:embed="rId4">
            <a:alphaModFix/>
          </a:blip>
          <a:srcRect b="0" l="0" r="0" t="0"/>
          <a:stretch/>
        </p:blipFill>
        <p:spPr>
          <a:xfrm>
            <a:off x="889115" y="4801757"/>
            <a:ext cx="4462203" cy="282840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96ff20fcfc_0_149"/>
          <p:cNvSpPr txBox="1"/>
          <p:nvPr>
            <p:ph type="title"/>
          </p:nvPr>
        </p:nvSpPr>
        <p:spPr>
          <a:xfrm>
            <a:off x="570969" y="590364"/>
            <a:ext cx="12927300" cy="19899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Clr>
                <a:schemeClr val="accent1"/>
              </a:buClr>
              <a:buSzPts val="6000"/>
              <a:buFont typeface="Century Gothic"/>
              <a:buNone/>
            </a:pPr>
            <a:r>
              <a:rPr lang="en-US" sz="6000"/>
              <a:t>CHALLENGE 09</a:t>
            </a:r>
            <a:endParaRPr sz="6000"/>
          </a:p>
        </p:txBody>
      </p:sp>
      <p:sp>
        <p:nvSpPr>
          <p:cNvPr id="256" name="Google Shape;256;g396ff20fcfc_0_149"/>
          <p:cNvSpPr txBox="1"/>
          <p:nvPr>
            <p:ph idx="1" type="body"/>
          </p:nvPr>
        </p:nvSpPr>
        <p:spPr>
          <a:xfrm>
            <a:off x="811988" y="2414017"/>
            <a:ext cx="5433000" cy="4519500"/>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rgbClr val="262626"/>
              </a:buClr>
              <a:buSzPts val="2000"/>
              <a:buFont typeface="Century Gothic"/>
              <a:buAutoNum type="arabicPeriod"/>
            </a:pPr>
            <a:r>
              <a:rPr lang="en-US" sz="2000"/>
              <a:t>Create a new project in React</a:t>
            </a:r>
            <a:endParaRPr/>
          </a:p>
          <a:p>
            <a:pPr indent="-514350" lvl="0" marL="514350" rtl="0" algn="l">
              <a:lnSpc>
                <a:spcPct val="100000"/>
              </a:lnSpc>
              <a:spcBef>
                <a:spcPts val="1560"/>
              </a:spcBef>
              <a:spcAft>
                <a:spcPts val="0"/>
              </a:spcAft>
              <a:buClr>
                <a:srgbClr val="262626"/>
              </a:buClr>
              <a:buSzPts val="2000"/>
              <a:buFont typeface="Century Gothic"/>
              <a:buAutoNum type="arabicPeriod"/>
            </a:pPr>
            <a:r>
              <a:rPr lang="en-US" sz="2000"/>
              <a:t>Fill a N-ary tree with some menus and submenus – Every Menu item will have title, a link and a component.</a:t>
            </a:r>
            <a:endParaRPr/>
          </a:p>
          <a:p>
            <a:pPr indent="-514350" lvl="0" marL="514350" rtl="0" algn="l">
              <a:lnSpc>
                <a:spcPct val="100000"/>
              </a:lnSpc>
              <a:spcBef>
                <a:spcPts val="1560"/>
              </a:spcBef>
              <a:spcAft>
                <a:spcPts val="0"/>
              </a:spcAft>
              <a:buClr>
                <a:srgbClr val="262626"/>
              </a:buClr>
              <a:buSzPts val="2000"/>
              <a:buFont typeface="Century Gothic"/>
              <a:buAutoNum type="arabicPeriod"/>
            </a:pPr>
            <a:r>
              <a:rPr lang="en-US" sz="2000"/>
              <a:t>Create a sidebar menu in screen by printing the previous tree created.</a:t>
            </a:r>
            <a:endParaRPr/>
          </a:p>
          <a:p>
            <a:pPr indent="0" lvl="0" marL="0" rtl="0" algn="l">
              <a:lnSpc>
                <a:spcPct val="100000"/>
              </a:lnSpc>
              <a:spcBef>
                <a:spcPts val="1560"/>
              </a:spcBef>
              <a:spcAft>
                <a:spcPts val="0"/>
              </a:spcAft>
              <a:buClr>
                <a:srgbClr val="262626"/>
              </a:buClr>
              <a:buSzPts val="2000"/>
              <a:buNone/>
            </a:pPr>
            <a:r>
              <a:rPr lang="en-US" sz="2000"/>
              <a:t>Example:</a:t>
            </a:r>
            <a:endParaRPr/>
          </a:p>
        </p:txBody>
      </p:sp>
      <p:pic>
        <p:nvPicPr>
          <p:cNvPr id="257" name="Google Shape;257;g396ff20fcfc_0_149"/>
          <p:cNvPicPr preferRelativeResize="0"/>
          <p:nvPr/>
        </p:nvPicPr>
        <p:blipFill rotWithShape="1">
          <a:blip r:embed="rId3">
            <a:alphaModFix/>
          </a:blip>
          <a:srcRect b="0" l="0" r="0" t="0"/>
          <a:stretch/>
        </p:blipFill>
        <p:spPr>
          <a:xfrm>
            <a:off x="6419841" y="1"/>
            <a:ext cx="8210561" cy="8229599"/>
          </a:xfrm>
          <a:prstGeom prst="rect">
            <a:avLst/>
          </a:prstGeom>
          <a:noFill/>
          <a:ln>
            <a:noFill/>
          </a:ln>
        </p:spPr>
      </p:pic>
      <p:pic>
        <p:nvPicPr>
          <p:cNvPr id="258" name="Google Shape;258;g396ff20fcfc_0_149"/>
          <p:cNvPicPr preferRelativeResize="0"/>
          <p:nvPr/>
        </p:nvPicPr>
        <p:blipFill rotWithShape="1">
          <a:blip r:embed="rId4">
            <a:alphaModFix/>
          </a:blip>
          <a:srcRect b="0" l="0" r="0" t="0"/>
          <a:stretch/>
        </p:blipFill>
        <p:spPr>
          <a:xfrm>
            <a:off x="2432603" y="4925292"/>
            <a:ext cx="1881852" cy="283671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etropolitano">
  <a:themeElements>
    <a:clrScheme name="Metropolitano">
      <a:dk1>
        <a:srgbClr val="000000"/>
      </a:dk1>
      <a:lt1>
        <a:srgbClr val="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2025-01-30T02:43:37Z</dcterms:created>
  <dc:creator>PptxGenJS</dc:creator>
</cp:coreProperties>
</file>